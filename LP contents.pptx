
<file path=[Content_Types].xml><?xml version="1.0" encoding="utf-8"?>
<Types xmlns="http://schemas.openxmlformats.org/package/2006/content-types">
  <Default Extension="jpeg" ContentType="image/jpeg"/>
  <Default Extension="jpg" ContentType="image/jpeg"/>
  <Default Extension="org&amp;utm_campaign=index&amp;utm_content=original" ContentType="image/png"/>
  <Default Extension="org&amp;utm_campaign=parser&amp;utm_content=thumbnail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7.org&amp;utm_campaign=index&amp;utm_content=original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4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6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69F04-A574-664B-F6D0-0ADFA4C21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6D5736-F78B-AB99-D460-40AC54DE5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10855-856E-1670-A74A-B12F8AC50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26E93-3DEB-4E77-B465-022D3E7AAE6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1F3EB-2DB6-2E70-2DB5-48D691B9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594E5-34A9-BCBE-F6AC-E90757D4A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2C51D-3606-48AE-ADE9-BF88088DF0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26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065AB-C195-4A06-2D73-8028AA872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6E6B6-81CB-02AF-D4AC-BCE28453B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E9930-ADBA-980E-E7C5-0ACC0CBA7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26E93-3DEB-4E77-B465-022D3E7AAE6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1FC28-F168-EADC-9C2C-3990C449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74117-A825-ADEE-860E-55EEAD6F0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2C51D-3606-48AE-ADE9-BF88088DF0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824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86AD6-107F-CF66-C1D7-9BC79A772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F609D-BB7A-D90F-358B-3F38D7C95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B8290-E2E3-BBF3-5CE8-F9D530934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26E93-3DEB-4E77-B465-022D3E7AAE6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2A64C-2B68-53E1-ADD0-45855BCFF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6291C-E838-4B7E-6F81-0C4B18A0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2C51D-3606-48AE-ADE9-BF88088DF0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949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75F24-7485-A88C-9A2B-AECAFC82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D0102-5B68-997A-78FF-A7169FFEC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004CD-A09E-54F2-BCF3-9E7FB2D9B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0DE49-27A2-CEDF-9474-3882D40DC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26E93-3DEB-4E77-B465-022D3E7AAE6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A2FB2-4A61-8C68-6735-CCDB1B32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4D5F3-209D-B94D-4B35-E3B72EDD3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2C51D-3606-48AE-ADE9-BF88088DF0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552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9FC8-5D22-7A7B-C93A-858725F96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11B14-8092-81A5-A651-805237D62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0B604-4CBD-8611-E4C9-B15EAC6AA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1DEA40-EBFE-4CB6-0F28-621112879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976326-171F-7DD8-9786-3AF58A4363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5AA482-13F7-D469-9C80-46F155CF6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26E93-3DEB-4E77-B465-022D3E7AAE6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B66587-B198-E5A3-331A-140141AA5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64094B-EE1A-95E7-90BD-3B83D13D2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2C51D-3606-48AE-ADE9-BF88088DF0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36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31D28-57BF-C5C9-CDD5-C37EF0556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07632-E7C9-C258-44C8-0ACB499AA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26E93-3DEB-4E77-B465-022D3E7AAE6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25423-FFC6-BF65-80D4-D91D5D7B8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8B064-051F-7C99-9727-A5CD77464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2C51D-3606-48AE-ADE9-BF88088DF0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9493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15B6A2-55CD-0DC0-7ACA-0771D9EC8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26E93-3DEB-4E77-B465-022D3E7AAE6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E2455D-7E85-5E79-704B-F2527AC4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7620B-F8FB-4B8E-3D16-5595A2B29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2C51D-3606-48AE-ADE9-BF88088DF0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23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41C7-FD08-6DC9-7A29-8C529893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8C47E-AACF-8AFD-4C4F-F9D8FAE96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8CBFED-3EDA-F89A-6C23-6E236302AE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5B979-E309-1E54-5379-D7FE8C02C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26E93-3DEB-4E77-B465-022D3E7AAE6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89A84-C5BF-86C3-8B34-7863BE564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A7BBE-3BD9-44E6-9AB8-744899C3D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2C51D-3606-48AE-ADE9-BF88088DF0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672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14706-C317-B210-686B-D0DD82CC2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8701D-ED7E-E49E-D731-72FF2545F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19B0D-0739-80CD-3F29-9C1E1A23E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CC325-0993-D7A5-566C-A4D2B47F8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26E93-3DEB-4E77-B465-022D3E7AAE6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950CB-6B91-3B12-CA91-F4EA05F51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59F17-76B9-2ADC-E179-177D73786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2C51D-3606-48AE-ADE9-BF88088DF0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970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56D40-78F5-7BA7-5614-0777BBB6D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486EE7-A453-9A59-1F3A-99B73C871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C7D3D-413B-B6F7-0AC7-0F38D7E72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26E93-3DEB-4E77-B465-022D3E7AAE6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51534-1DFC-807A-B610-E3C30D47C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00D1F-B8A9-9AB7-9169-24606633C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2C51D-3606-48AE-ADE9-BF88088DF0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771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9B0A19-890D-AC50-82EA-A000CC155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E8D4F-DCBD-1B31-606D-C82667DFD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CA67B-8346-A36C-8F1F-36F7E7414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26E93-3DEB-4E77-B465-022D3E7AAE6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674FF-D96C-5757-98DE-C4E9F4F1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D833C-EF34-E1FA-3F07-3C66547D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2C51D-3606-48AE-ADE9-BF88088DF0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7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1A3F55-8162-C245-A6E1-4DEF6455A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A8BAD-26D8-CD47-416C-A1940D962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190D3-560B-6AA0-3DDC-9A9585C7C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26E93-3DEB-4E77-B465-022D3E7AAE65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042FE-C500-3076-E49E-046B3D2D02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1C9C4-2BF0-FDA3-15BB-D09716861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2C51D-3606-48AE-ADE9-BF88088DF0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75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g"/><Relationship Id="rId7" Type="http://schemas.openxmlformats.org/officeDocument/2006/relationships/image" Target="../media/image9.jpeg"/><Relationship Id="rId12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org&amp;utm_campaign=parser&amp;utm_content=thumbnail"/><Relationship Id="rId5" Type="http://schemas.openxmlformats.org/officeDocument/2006/relationships/image" Target="../media/image7.org&amp;utm_campaign=index&amp;utm_content=original"/><Relationship Id="rId10" Type="http://schemas.openxmlformats.org/officeDocument/2006/relationships/image" Target="../media/image12.png"/><Relationship Id="rId4" Type="http://schemas.openxmlformats.org/officeDocument/2006/relationships/image" Target="../media/image6.org&amp;utm_campaign=index&amp;utm_content=original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12654-6F2C-B6D6-C1D9-BD18F1B0B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6123"/>
          </a:xfrm>
        </p:spPr>
        <p:txBody>
          <a:bodyPr>
            <a:normAutofit/>
          </a:bodyPr>
          <a:lstStyle/>
          <a:p>
            <a:r>
              <a:rPr lang="en-IN" sz="2800" dirty="0"/>
              <a:t>Hero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E6491-0BCC-9EC3-8B5B-681ABF1A1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6425242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2900" b="1" dirty="0"/>
              <a:t>EVERY TRANSFORMATION STARTS WITH 1%</a:t>
            </a:r>
          </a:p>
          <a:p>
            <a:pPr marL="0" indent="0">
              <a:buNone/>
            </a:pPr>
            <a:r>
              <a:rPr lang="en-IN" b="1" dirty="0"/>
              <a:t>Are You Ready to Understand Yourself Better—and Become 1% Better Every Day?</a:t>
            </a:r>
          </a:p>
          <a:p>
            <a:pPr marL="0" indent="0">
              <a:buNone/>
            </a:pPr>
            <a:r>
              <a:rPr lang="en-IN" b="1" dirty="0"/>
              <a:t>A 14-Day Live Psychological Growth Journey to help you notice your patterns, build self-trust, and create meaningful change—one small step at a time.</a:t>
            </a:r>
          </a:p>
          <a:p>
            <a:r>
              <a:rPr lang="en-IN" b="1" dirty="0"/>
              <a:t>Understand Yourself</a:t>
            </a:r>
          </a:p>
          <a:p>
            <a:r>
              <a:rPr lang="en-IN" b="1" dirty="0"/>
              <a:t>Notice Your Patterns</a:t>
            </a:r>
          </a:p>
          <a:p>
            <a:r>
              <a:rPr lang="en-IN" b="1" dirty="0"/>
              <a:t>Build Self-Trust</a:t>
            </a:r>
          </a:p>
          <a:p>
            <a:r>
              <a:rPr lang="en-IN" b="1" dirty="0"/>
              <a:t>Keep Returning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14 Days. | 45 Minutes a Day. |</a:t>
            </a:r>
            <a:r>
              <a:rPr lang="en-IN" dirty="0"/>
              <a:t>One Small Commitment.</a:t>
            </a:r>
            <a:r>
              <a:rPr lang="en-IN" b="1" dirty="0"/>
              <a:t> | One Better Relationship With Yourself.</a:t>
            </a:r>
          </a:p>
          <a:p>
            <a:r>
              <a:rPr lang="en-IN" dirty="0"/>
              <a:t>🌅 </a:t>
            </a:r>
            <a:r>
              <a:rPr lang="en-IN" b="1" dirty="0"/>
              <a:t>LIVE | 5:30 AM | Zoom</a:t>
            </a:r>
            <a:endParaRPr lang="en-IN" dirty="0"/>
          </a:p>
          <a:p>
            <a:r>
              <a:rPr lang="en-IN" b="1" dirty="0"/>
              <a:t>₹699 | Limited Batch</a:t>
            </a:r>
          </a:p>
          <a:p>
            <a:r>
              <a:rPr lang="en-IN" b="1" dirty="0"/>
              <a:t>[ AARAMBIKALAMA? → ]</a:t>
            </a:r>
          </a:p>
          <a:p>
            <a:r>
              <a:rPr lang="en-IN" b="1" dirty="0"/>
              <a:t>“</a:t>
            </a:r>
            <a:r>
              <a:rPr lang="en-IN" b="1" dirty="0" err="1"/>
              <a:t>Paravala</a:t>
            </a:r>
            <a:r>
              <a:rPr lang="en-IN" b="1" dirty="0"/>
              <a:t> </a:t>
            </a:r>
            <a:r>
              <a:rPr lang="en-IN" b="1" dirty="0" err="1"/>
              <a:t>Paathukalam</a:t>
            </a:r>
            <a:r>
              <a:rPr lang="en-IN" b="1" dirty="0"/>
              <a:t>… </a:t>
            </a:r>
            <a:r>
              <a:rPr lang="en-IN" b="1" dirty="0" err="1"/>
              <a:t>Aarambikalam</a:t>
            </a:r>
            <a:r>
              <a:rPr lang="en-IN" b="1" dirty="0"/>
              <a:t>. ❤️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F51EB4-EBC8-5BF2-B0B1-537BED5736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75" b="28805"/>
          <a:stretch>
            <a:fillRect/>
          </a:stretch>
        </p:blipFill>
        <p:spPr>
          <a:xfrm>
            <a:off x="9506309" y="841248"/>
            <a:ext cx="2183921" cy="11557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81A89D-8243-5625-AEEE-9269DD9D6CB8}"/>
              </a:ext>
            </a:extLst>
          </p:cNvPr>
          <p:cNvSpPr txBox="1"/>
          <p:nvPr/>
        </p:nvSpPr>
        <p:spPr>
          <a:xfrm>
            <a:off x="9385540" y="194917"/>
            <a:ext cx="2475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 </a:t>
            </a:r>
            <a:r>
              <a:rPr lang="en-IN" b="1" dirty="0" err="1"/>
              <a:t>KnowMind</a:t>
            </a:r>
            <a:r>
              <a:rPr lang="en-IN" b="1" dirty="0"/>
              <a:t> Universe Initiative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09B93C-A7EA-0751-6D07-33F63A065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783" y="2760453"/>
            <a:ext cx="4976563" cy="373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08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C89B6-D74E-8D08-B165-65A5CFA15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VSL 🎥</a:t>
            </a:r>
            <a:br>
              <a:rPr lang="en-IN" b="1" dirty="0"/>
            </a:br>
            <a:r>
              <a:rPr lang="en-IN" b="1" dirty="0"/>
              <a:t>"Oru Chinna Kelvi </a:t>
            </a:r>
            <a:r>
              <a:rPr lang="en-IN" b="1" dirty="0" err="1"/>
              <a:t>Ungalukku</a:t>
            </a:r>
            <a:r>
              <a:rPr lang="en-IN" b="1" dirty="0"/>
              <a:t>..."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B3A5D-A43F-5602-032A-F24629516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1.5–2 minutes maximum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E31836-BC07-C724-9A60-78C8D60FE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75" b="28805"/>
          <a:stretch>
            <a:fillRect/>
          </a:stretch>
        </p:blipFill>
        <p:spPr>
          <a:xfrm>
            <a:off x="9575320" y="200908"/>
            <a:ext cx="2183921" cy="115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36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DC420-7365-C8F1-52A8-1434CA23A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Does This Sound Like You?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4563E-B7E4-AC60-F0CB-9C16CE08D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305"/>
            <a:ext cx="10515600" cy="3581412"/>
          </a:xfrm>
        </p:spPr>
        <p:txBody>
          <a:bodyPr>
            <a:normAutofit/>
          </a:bodyPr>
          <a:lstStyle/>
          <a:p>
            <a:r>
              <a:rPr lang="en-IN" sz="2400" b="1" dirty="0"/>
              <a:t>You Know You Can Do Better… But Something Keeps Pulling You Back.</a:t>
            </a:r>
          </a:p>
          <a:p>
            <a:r>
              <a:rPr lang="en-IN" sz="2400" b="1" dirty="0"/>
              <a:t>You know what you need to do</a:t>
            </a:r>
            <a:br>
              <a:rPr lang="en-IN" sz="2400" dirty="0"/>
            </a:br>
            <a:r>
              <a:rPr lang="en-IN" sz="2400" dirty="0"/>
              <a:t>But knowing doesn't always become action.</a:t>
            </a:r>
          </a:p>
          <a:p>
            <a:r>
              <a:rPr lang="en-IN" sz="2400" b="1" dirty="0"/>
              <a:t>You genuinely want to change</a:t>
            </a:r>
            <a:br>
              <a:rPr lang="en-IN" sz="2400" dirty="0"/>
            </a:br>
            <a:r>
              <a:rPr lang="en-IN" sz="2400" dirty="0"/>
              <a:t>You start with energy and good intentions.</a:t>
            </a:r>
          </a:p>
          <a:p>
            <a:r>
              <a:rPr lang="en-IN" sz="2400" b="1" dirty="0"/>
              <a:t>But somewhere along the way, you stop</a:t>
            </a:r>
            <a:br>
              <a:rPr lang="en-IN" sz="2400" dirty="0"/>
            </a:br>
            <a:r>
              <a:rPr lang="en-IN" sz="2400" dirty="0"/>
              <a:t>Life happens. Motivation drops. Old patterns return.</a:t>
            </a:r>
          </a:p>
          <a:p>
            <a:r>
              <a:rPr lang="en-IN" sz="2400" b="1" dirty="0"/>
              <a:t>Then you start again… and the cycle repeats</a:t>
            </a:r>
            <a:br>
              <a:rPr lang="en-IN" sz="2400" dirty="0"/>
            </a:br>
            <a:r>
              <a:rPr lang="en-IN" sz="2400" dirty="0"/>
              <a:t>Start. Stop. Feel guilty. Promise yourself. Restart.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2DC18-10E5-8258-3BBC-5B8CBAF4A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75" b="28805"/>
          <a:stretch>
            <a:fillRect/>
          </a:stretch>
        </p:blipFill>
        <p:spPr>
          <a:xfrm>
            <a:off x="9575320" y="200908"/>
            <a:ext cx="2183921" cy="11557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3FE953-DC15-BF2F-1ACC-0BF2F87055EB}"/>
              </a:ext>
            </a:extLst>
          </p:cNvPr>
          <p:cNvSpPr txBox="1"/>
          <p:nvPr/>
        </p:nvSpPr>
        <p:spPr>
          <a:xfrm>
            <a:off x="838200" y="5218351"/>
            <a:ext cx="80125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You are not lazy.</a:t>
            </a:r>
          </a:p>
          <a:p>
            <a:r>
              <a:rPr lang="en-IN" dirty="0"/>
              <a:t>Maybe you are simply exhausted from starting again and stopping again.</a:t>
            </a:r>
            <a:br>
              <a:rPr lang="en-IN" b="1" dirty="0"/>
            </a:br>
            <a:r>
              <a:rPr lang="en-IN" b="1" dirty="0"/>
              <a:t>Maybe You Don't Need Another Motivation Session.</a:t>
            </a:r>
          </a:p>
          <a:p>
            <a:pPr>
              <a:buNone/>
            </a:pPr>
            <a:r>
              <a:rPr lang="en-IN" b="1" dirty="0"/>
              <a:t>Maybe it's time to understand yourself better.</a:t>
            </a:r>
          </a:p>
          <a:p>
            <a:pPr>
              <a:buNone/>
            </a:pPr>
            <a:r>
              <a:rPr lang="en-IN" b="1" dirty="0"/>
              <a:t>Your patterns. Your inner voice. Your relationship with yourself.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7458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2647-4CC6-5F69-E638-A1DB934F0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b="1" dirty="0"/>
              <a:t>1% BETTER EVERY DAY?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67FC9-CA95-A542-32D7-D98A9FAA0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596" y="1356629"/>
            <a:ext cx="3992593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You Don't Have to Change Your Whole Life Today.</a:t>
            </a:r>
          </a:p>
          <a:p>
            <a:pPr marL="0" indent="0">
              <a:buNone/>
            </a:pPr>
            <a:r>
              <a:rPr lang="en-IN" b="1" dirty="0"/>
              <a:t>You Just Have to Begin With One Small Step.</a:t>
            </a:r>
          </a:p>
          <a:p>
            <a:pPr marL="0" indent="0">
              <a:buNone/>
            </a:pPr>
            <a:r>
              <a:rPr lang="en-IN" dirty="0"/>
              <a:t>Real transformation rarely happens because of one big decision.</a:t>
            </a:r>
          </a:p>
          <a:p>
            <a:r>
              <a:rPr lang="en-IN" b="1" dirty="0"/>
              <a:t>It happens in small moments.</a:t>
            </a:r>
            <a:endParaRPr lang="en-IN" dirty="0"/>
          </a:p>
          <a:p>
            <a:r>
              <a:rPr lang="en-IN" dirty="0"/>
              <a:t>One honest reflection.</a:t>
            </a:r>
            <a:br>
              <a:rPr lang="en-IN" dirty="0"/>
            </a:br>
            <a:r>
              <a:rPr lang="en-IN" dirty="0"/>
              <a:t>One better choice.</a:t>
            </a:r>
            <a:br>
              <a:rPr lang="en-IN" dirty="0"/>
            </a:br>
            <a:r>
              <a:rPr lang="en-IN" dirty="0"/>
              <a:t>One promise you keep to yourself.</a:t>
            </a:r>
          </a:p>
          <a:p>
            <a:r>
              <a:rPr lang="en-IN" dirty="0"/>
              <a:t>And when you miss a day?</a:t>
            </a:r>
          </a:p>
          <a:p>
            <a:r>
              <a:rPr lang="en-IN" b="1" dirty="0"/>
              <a:t>You don't give up.</a:t>
            </a:r>
          </a:p>
          <a:p>
            <a:r>
              <a:rPr lang="en-IN" b="1" dirty="0"/>
              <a:t>You return. And begin again.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DCEBF-8468-A28A-524A-D52E70FD6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75" b="28805"/>
          <a:stretch>
            <a:fillRect/>
          </a:stretch>
        </p:blipFill>
        <p:spPr>
          <a:xfrm>
            <a:off x="9575320" y="200908"/>
            <a:ext cx="2183921" cy="115572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C0B54D-9CB9-D087-C39F-DBE1BDA983F4}"/>
              </a:ext>
            </a:extLst>
          </p:cNvPr>
          <p:cNvSpPr txBox="1">
            <a:spLocks/>
          </p:cNvSpPr>
          <p:nvPr/>
        </p:nvSpPr>
        <p:spPr>
          <a:xfrm>
            <a:off x="5567631" y="1356629"/>
            <a:ext cx="5318905" cy="5397854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The 1% Better Philosophy</a:t>
            </a:r>
          </a:p>
          <a:p>
            <a:r>
              <a:rPr lang="en-IN" b="1" dirty="0"/>
              <a:t>AWARENESS</a:t>
            </a:r>
          </a:p>
          <a:p>
            <a:r>
              <a:rPr lang="en-IN" b="1" dirty="0"/>
              <a:t>Notice what is happening within you.</a:t>
            </a:r>
            <a:br>
              <a:rPr lang="en-IN" dirty="0"/>
            </a:br>
            <a:r>
              <a:rPr lang="en-IN" dirty="0"/>
              <a:t>You cannot change what you don't notice.</a:t>
            </a:r>
          </a:p>
          <a:p>
            <a:r>
              <a:rPr lang="en-IN" dirty="0"/>
              <a:t>↓</a:t>
            </a:r>
          </a:p>
          <a:p>
            <a:r>
              <a:rPr lang="en-IN" b="1" dirty="0"/>
              <a:t>CHOICE</a:t>
            </a:r>
          </a:p>
          <a:p>
            <a:r>
              <a:rPr lang="en-IN" b="1" dirty="0"/>
              <a:t>Awareness gives you a choice.</a:t>
            </a:r>
            <a:br>
              <a:rPr lang="en-IN" dirty="0"/>
            </a:br>
            <a:r>
              <a:rPr lang="en-IN" dirty="0"/>
              <a:t>You can respond differently.</a:t>
            </a:r>
          </a:p>
          <a:p>
            <a:r>
              <a:rPr lang="en-IN" dirty="0"/>
              <a:t>↓</a:t>
            </a:r>
          </a:p>
          <a:p>
            <a:r>
              <a:rPr lang="en-IN" b="1" dirty="0"/>
              <a:t>REPETITION</a:t>
            </a:r>
          </a:p>
          <a:p>
            <a:r>
              <a:rPr lang="en-IN" b="1" dirty="0"/>
              <a:t>One better choice is not enough.</a:t>
            </a:r>
            <a:br>
              <a:rPr lang="en-IN" dirty="0"/>
            </a:br>
            <a:r>
              <a:rPr lang="en-IN" dirty="0"/>
              <a:t>Return. Practice. Repeat.</a:t>
            </a:r>
          </a:p>
          <a:p>
            <a:r>
              <a:rPr lang="en-IN" dirty="0"/>
              <a:t>↓</a:t>
            </a:r>
          </a:p>
          <a:p>
            <a:r>
              <a:rPr lang="en-IN" b="1" dirty="0"/>
              <a:t>GROWTH</a:t>
            </a:r>
          </a:p>
          <a:p>
            <a:r>
              <a:rPr lang="en-IN" b="1" dirty="0"/>
              <a:t>Small actions become new patterns.</a:t>
            </a:r>
            <a:br>
              <a:rPr lang="en-IN" dirty="0"/>
            </a:br>
            <a:r>
              <a:rPr lang="en-IN" dirty="0"/>
              <a:t>And new patterns slowly shape who you become.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This Is Not About Perfection.</a:t>
            </a:r>
          </a:p>
          <a:p>
            <a:r>
              <a:rPr lang="en-IN" dirty="0"/>
              <a:t>It's about becoming:</a:t>
            </a:r>
          </a:p>
          <a:p>
            <a:r>
              <a:rPr lang="en-IN" b="1" dirty="0"/>
              <a:t>A little more aware.</a:t>
            </a:r>
            <a:br>
              <a:rPr lang="en-IN" dirty="0"/>
            </a:br>
            <a:r>
              <a:rPr lang="en-IN" b="1" dirty="0"/>
              <a:t>A little more honest.</a:t>
            </a:r>
            <a:br>
              <a:rPr lang="en-IN" dirty="0"/>
            </a:br>
            <a:r>
              <a:rPr lang="en-IN" b="1" dirty="0"/>
              <a:t>A little more intentional.</a:t>
            </a:r>
            <a:endParaRPr lang="en-IN" dirty="0"/>
          </a:p>
          <a:p>
            <a:r>
              <a:rPr lang="en-IN" b="1" dirty="0"/>
              <a:t>Just 1% Better. Every Day.</a:t>
            </a:r>
            <a:br>
              <a:rPr lang="en-IN" dirty="0"/>
            </a:br>
            <a:endParaRPr lang="en-IN" dirty="0"/>
          </a:p>
          <a:p>
            <a:r>
              <a:rPr lang="en-IN" b="1" dirty="0" err="1"/>
              <a:t>Paravala</a:t>
            </a:r>
            <a:r>
              <a:rPr lang="en-IN" b="1" dirty="0"/>
              <a:t>… </a:t>
            </a:r>
            <a:r>
              <a:rPr lang="en-IN" b="1" dirty="0" err="1"/>
              <a:t>Paathukalam</a:t>
            </a:r>
            <a:r>
              <a:rPr lang="en-IN" b="1" dirty="0"/>
              <a:t>. </a:t>
            </a:r>
            <a:r>
              <a:rPr lang="en-IN" b="1" dirty="0" err="1"/>
              <a:t>Aarambikalam</a:t>
            </a:r>
            <a:r>
              <a:rPr lang="en-IN" b="1" dirty="0"/>
              <a:t>. ❤️</a:t>
            </a:r>
          </a:p>
        </p:txBody>
      </p:sp>
    </p:spTree>
    <p:extLst>
      <p:ext uri="{BB962C8B-B14F-4D97-AF65-F5344CB8AC3E}">
        <p14:creationId xmlns:p14="http://schemas.microsoft.com/office/powerpoint/2010/main" val="2988137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FF10-EA2F-0DC6-BD3F-5E664550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YOUR 14-DAY GROWTH JOURNEY</a:t>
            </a:r>
            <a:br>
              <a:rPr lang="en-IN" dirty="0"/>
            </a:br>
            <a:r>
              <a:rPr lang="en-IN" sz="2200" b="1" dirty="0"/>
              <a:t>14 Days. 14 Powerful Conversations with Yourself.</a:t>
            </a:r>
            <a:br>
              <a:rPr lang="en-IN" sz="2200" b="1" dirty="0"/>
            </a:br>
            <a:r>
              <a:rPr lang="en-IN" sz="2200" b="1" dirty="0"/>
              <a:t>This is not about learning more.</a:t>
            </a:r>
            <a:br>
              <a:rPr lang="en-IN" sz="2200" b="1" dirty="0"/>
            </a:br>
            <a:r>
              <a:rPr lang="en-IN" sz="2200" b="1" dirty="0"/>
              <a:t>It's about pausing, reflecting, and practicing.</a:t>
            </a:r>
            <a:br>
              <a:rPr lang="en-IN" sz="2200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0F6B3-1BE0-2A90-9D49-01C5CD7FE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960" y="1481134"/>
            <a:ext cx="4611624" cy="4351338"/>
          </a:xfrm>
        </p:spPr>
        <p:txBody>
          <a:bodyPr>
            <a:normAutofit fontScale="3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b="1" dirty="0"/>
              <a:t>WEEK 1 — UNDERSTAND YOURSELF 🧠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Day 1 — Awareness</a:t>
            </a:r>
          </a:p>
          <a:p>
            <a:pPr>
              <a:lnSpc>
                <a:spcPct val="120000"/>
              </a:lnSpc>
            </a:pPr>
            <a:r>
              <a:rPr lang="en-IN" dirty="0"/>
              <a:t>Notice what is within you.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Day 2 — Patterns</a:t>
            </a:r>
          </a:p>
          <a:p>
            <a:pPr>
              <a:lnSpc>
                <a:spcPct val="120000"/>
              </a:lnSpc>
            </a:pPr>
            <a:r>
              <a:rPr lang="en-IN" dirty="0"/>
              <a:t>Understand the patterns shaping your life.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Day 3 — Self-Trust</a:t>
            </a:r>
          </a:p>
          <a:p>
            <a:pPr>
              <a:lnSpc>
                <a:spcPct val="120000"/>
              </a:lnSpc>
            </a:pPr>
            <a:r>
              <a:rPr lang="en-IN" dirty="0"/>
              <a:t>Build trust by keeping small promises to yourself.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Day 4 — Playfulness</a:t>
            </a:r>
          </a:p>
          <a:p>
            <a:pPr>
              <a:lnSpc>
                <a:spcPct val="120000"/>
              </a:lnSpc>
            </a:pPr>
            <a:r>
              <a:rPr lang="en-IN" dirty="0"/>
              <a:t>Bring more joy and lightness into your journey.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Day 5 — Comparison</a:t>
            </a:r>
          </a:p>
          <a:p>
            <a:pPr>
              <a:lnSpc>
                <a:spcPct val="120000"/>
              </a:lnSpc>
            </a:pPr>
            <a:r>
              <a:rPr lang="en-IN" dirty="0"/>
              <a:t>Learn from others without losing yourself.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Day 6 — Inner Coach</a:t>
            </a:r>
          </a:p>
          <a:p>
            <a:pPr>
              <a:lnSpc>
                <a:spcPct val="120000"/>
              </a:lnSpc>
            </a:pPr>
            <a:r>
              <a:rPr lang="en-IN" dirty="0"/>
              <a:t>Change the way you speak to yourself.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Day 7 — Integration</a:t>
            </a:r>
          </a:p>
          <a:p>
            <a:pPr>
              <a:lnSpc>
                <a:spcPct val="120000"/>
              </a:lnSpc>
            </a:pPr>
            <a:r>
              <a:rPr lang="en-IN" dirty="0"/>
              <a:t>Pause. Reflect. Connect the dots.</a:t>
            </a:r>
          </a:p>
          <a:p>
            <a:pPr>
              <a:lnSpc>
                <a:spcPct val="120000"/>
              </a:lnSpc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C82F57-926C-D819-F627-F75EDD50FAA5}"/>
              </a:ext>
            </a:extLst>
          </p:cNvPr>
          <p:cNvSpPr txBox="1">
            <a:spLocks/>
          </p:cNvSpPr>
          <p:nvPr/>
        </p:nvSpPr>
        <p:spPr>
          <a:xfrm>
            <a:off x="6202680" y="1363960"/>
            <a:ext cx="4611624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IN" b="1" dirty="0"/>
              <a:t>WEEK 2 — MOVE FORWARD 🌱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Day 8 — Gratitude</a:t>
            </a:r>
          </a:p>
          <a:p>
            <a:pPr>
              <a:lnSpc>
                <a:spcPct val="120000"/>
              </a:lnSpc>
            </a:pPr>
            <a:r>
              <a:rPr lang="en-IN" dirty="0"/>
              <a:t>Notice what is already present in your life.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Day 9 — Dreams</a:t>
            </a:r>
          </a:p>
          <a:p>
            <a:pPr>
              <a:lnSpc>
                <a:spcPct val="120000"/>
              </a:lnSpc>
            </a:pPr>
            <a:r>
              <a:rPr lang="en-IN" dirty="0"/>
              <a:t>Give yourself permission to want more from life.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Day 10 — Vision</a:t>
            </a:r>
          </a:p>
          <a:p>
            <a:pPr>
              <a:lnSpc>
                <a:spcPct val="120000"/>
              </a:lnSpc>
            </a:pPr>
            <a:r>
              <a:rPr lang="en-IN" dirty="0"/>
              <a:t>Turn your dreams into direction.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Day 11 — Doing Nothing &amp; Being</a:t>
            </a:r>
          </a:p>
          <a:p>
            <a:pPr>
              <a:lnSpc>
                <a:spcPct val="120000"/>
              </a:lnSpc>
            </a:pPr>
            <a:r>
              <a:rPr lang="en-IN" dirty="0"/>
              <a:t>Pause. Observe. Respond instead of reacting.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Day 12 — Repetition &amp; Resilience</a:t>
            </a:r>
          </a:p>
          <a:p>
            <a:pPr>
              <a:lnSpc>
                <a:spcPct val="120000"/>
              </a:lnSpc>
            </a:pPr>
            <a:r>
              <a:rPr lang="en-IN" dirty="0"/>
              <a:t>Keep returning. Keep practicing. Keep growing.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Day 13 — Self-Love</a:t>
            </a:r>
          </a:p>
          <a:p>
            <a:pPr>
              <a:lnSpc>
                <a:spcPct val="120000"/>
              </a:lnSpc>
            </a:pPr>
            <a:r>
              <a:rPr lang="en-IN" dirty="0"/>
              <a:t>Accept yourself while continuing to grow.</a:t>
            </a:r>
          </a:p>
          <a:p>
            <a:pPr>
              <a:lnSpc>
                <a:spcPct val="120000"/>
              </a:lnSpc>
            </a:pPr>
            <a:r>
              <a:rPr lang="en-IN" b="1" dirty="0"/>
              <a:t>Day 14 — Reflection &amp; Continuation</a:t>
            </a:r>
          </a:p>
          <a:p>
            <a:pPr>
              <a:lnSpc>
                <a:spcPct val="120000"/>
              </a:lnSpc>
            </a:pPr>
            <a:r>
              <a:rPr lang="en-IN" dirty="0"/>
              <a:t>Turn experience into wisdom and move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68B08-03AC-BEEA-B827-9C3A43F56A40}"/>
              </a:ext>
            </a:extLst>
          </p:cNvPr>
          <p:cNvSpPr txBox="1"/>
          <p:nvPr/>
        </p:nvSpPr>
        <p:spPr>
          <a:xfrm>
            <a:off x="3365768" y="5479866"/>
            <a:ext cx="42427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400" b="1" dirty="0"/>
              <a:t>One Day. One Insight. One Small Practice.</a:t>
            </a:r>
          </a:p>
          <a:p>
            <a:pPr algn="ctr">
              <a:buNone/>
            </a:pPr>
            <a:r>
              <a:rPr lang="en-IN" sz="1400" dirty="0"/>
              <a:t>You don't have to do everything at once.</a:t>
            </a:r>
          </a:p>
          <a:p>
            <a:pPr algn="ctr">
              <a:buNone/>
            </a:pPr>
            <a:r>
              <a:rPr lang="en-IN" sz="1400" b="1" dirty="0"/>
              <a:t>Just show up for yourself.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94B6C1-12D3-F8E8-09B4-75428D0F62E0}"/>
              </a:ext>
            </a:extLst>
          </p:cNvPr>
          <p:cNvSpPr txBox="1"/>
          <p:nvPr/>
        </p:nvSpPr>
        <p:spPr>
          <a:xfrm>
            <a:off x="3365768" y="6230093"/>
            <a:ext cx="42427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400" b="1" dirty="0"/>
              <a:t>Ready to Begin Your 14-Day Journey?</a:t>
            </a:r>
          </a:p>
          <a:p>
            <a:pPr algn="ctr">
              <a:buNone/>
            </a:pPr>
            <a:r>
              <a:rPr lang="en-IN" sz="1400" b="1" dirty="0"/>
              <a:t>[ YES, I WANT TO JOIN → ]</a:t>
            </a:r>
            <a:endParaRPr lang="en-IN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F8E249-EFAD-C591-D6DE-731981F8B8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75" b="28805"/>
          <a:stretch>
            <a:fillRect/>
          </a:stretch>
        </p:blipFill>
        <p:spPr>
          <a:xfrm>
            <a:off x="9575320" y="200908"/>
            <a:ext cx="2183921" cy="115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1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E1E59-F372-D559-2C11-59B9A983B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2113"/>
            <a:ext cx="10515600" cy="1024040"/>
          </a:xfrm>
        </p:spPr>
        <p:txBody>
          <a:bodyPr/>
          <a:lstStyle/>
          <a:p>
            <a:r>
              <a:rPr lang="en-IN" dirty="0"/>
              <a:t>MEET the Psychologist &amp; Trainer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AC2D9-9362-CEC1-388C-63D81BBD2E57}"/>
              </a:ext>
            </a:extLst>
          </p:cNvPr>
          <p:cNvSpPr txBox="1"/>
          <p:nvPr/>
        </p:nvSpPr>
        <p:spPr>
          <a:xfrm>
            <a:off x="4707147" y="1216153"/>
            <a:ext cx="586011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For the past 15+ years, I have been working with individuals, professionals, leaders and organisations to understand one important question:</a:t>
            </a:r>
          </a:p>
          <a:p>
            <a:pPr>
              <a:buNone/>
            </a:pPr>
            <a:r>
              <a:rPr lang="en-IN" sz="1400" b="1" dirty="0"/>
              <a:t>Why do we know what to do… but still struggle to do it consistently?</a:t>
            </a:r>
          </a:p>
          <a:p>
            <a:pPr>
              <a:buNone/>
            </a:pPr>
            <a:r>
              <a:rPr lang="en-IN" sz="1400" dirty="0"/>
              <a:t>Through my work in psychology, coaching, training and personal transformation, I have seen something clearly:</a:t>
            </a:r>
          </a:p>
          <a:p>
            <a:pPr>
              <a:buNone/>
            </a:pPr>
            <a:r>
              <a:rPr lang="en-IN" sz="1400" b="1" dirty="0"/>
              <a:t>Knowledge alone doesn't create change.</a:t>
            </a:r>
            <a:br>
              <a:rPr lang="en-IN" sz="1400" b="1" dirty="0"/>
            </a:br>
            <a:r>
              <a:rPr lang="en-IN" sz="1400" b="1" dirty="0"/>
              <a:t>Awareness, practice and repetition do.</a:t>
            </a:r>
            <a:endParaRPr lang="en-IN" sz="1400" dirty="0"/>
          </a:p>
          <a:p>
            <a:pPr>
              <a:buNone/>
            </a:pPr>
            <a:r>
              <a:rPr lang="en-IN" sz="1400" dirty="0"/>
              <a:t>That is one of the reasons behind creating:</a:t>
            </a:r>
          </a:p>
          <a:p>
            <a:pPr>
              <a:buNone/>
            </a:pPr>
            <a:r>
              <a:rPr lang="en-IN" sz="1400" b="1" dirty="0"/>
              <a:t>1% Better Every Day.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A357FB-DCE1-98BD-8D18-C987352095AB}"/>
              </a:ext>
            </a:extLst>
          </p:cNvPr>
          <p:cNvSpPr txBox="1"/>
          <p:nvPr/>
        </p:nvSpPr>
        <p:spPr>
          <a:xfrm>
            <a:off x="4707147" y="3429000"/>
            <a:ext cx="54162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My Approach</a:t>
            </a:r>
          </a:p>
          <a:p>
            <a:pPr>
              <a:buNone/>
            </a:pPr>
            <a:r>
              <a:rPr lang="en-IN" sz="1200" dirty="0"/>
              <a:t>I don't believe transformation comes from simply telling you what to do.</a:t>
            </a:r>
          </a:p>
          <a:p>
            <a:pPr>
              <a:buNone/>
            </a:pPr>
            <a:r>
              <a:rPr lang="en-IN" sz="1200" b="1" dirty="0"/>
              <a:t>My role is to help you:</a:t>
            </a:r>
          </a:p>
          <a:p>
            <a:pPr>
              <a:buNone/>
            </a:pPr>
            <a:r>
              <a:rPr lang="en-IN" sz="1200" dirty="0"/>
              <a:t>🧠 Understand yourself better</a:t>
            </a:r>
            <a:br>
              <a:rPr lang="en-IN" sz="1200" dirty="0"/>
            </a:br>
            <a:r>
              <a:rPr lang="en-IN" sz="1200" dirty="0"/>
              <a:t>👀 Become aware of your patterns</a:t>
            </a:r>
            <a:br>
              <a:rPr lang="en-IN" sz="1200" dirty="0"/>
            </a:br>
            <a:r>
              <a:rPr lang="en-IN" sz="1200" dirty="0"/>
              <a:t>💭 Ask better questions</a:t>
            </a:r>
            <a:br>
              <a:rPr lang="en-IN" sz="1200" dirty="0"/>
            </a:br>
            <a:r>
              <a:rPr lang="en-IN" sz="1200" dirty="0"/>
              <a:t>🎯 Take meaningful action</a:t>
            </a:r>
            <a:br>
              <a:rPr lang="en-IN" sz="1200" dirty="0"/>
            </a:br>
            <a:r>
              <a:rPr lang="en-IN" sz="1200" dirty="0"/>
              <a:t>🔁 Keep returning to the practice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B3BA01-A8DB-DAC3-79BF-499C3B4A978E}"/>
              </a:ext>
            </a:extLst>
          </p:cNvPr>
          <p:cNvSpPr txBox="1"/>
          <p:nvPr/>
        </p:nvSpPr>
        <p:spPr>
          <a:xfrm>
            <a:off x="4708671" y="5079701"/>
            <a:ext cx="541477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dirty="0"/>
              <a:t>Because ultimately,</a:t>
            </a:r>
          </a:p>
          <a:p>
            <a:pPr>
              <a:buNone/>
            </a:pPr>
            <a:r>
              <a:rPr lang="en-IN" sz="1100" b="1" dirty="0"/>
              <a:t>I cannot change your life for you.</a:t>
            </a:r>
          </a:p>
          <a:p>
            <a:pPr>
              <a:buNone/>
            </a:pPr>
            <a:r>
              <a:rPr lang="en-IN" sz="1100" b="1" dirty="0"/>
              <a:t>But I can walk with you, guide you, and help you understand the path better.</a:t>
            </a:r>
          </a:p>
          <a:p>
            <a:pPr>
              <a:buNone/>
            </a:pPr>
            <a:br>
              <a:rPr lang="en-IN" sz="1100" dirty="0"/>
            </a:br>
            <a:endParaRPr lang="en-IN" sz="1100" dirty="0"/>
          </a:p>
          <a:p>
            <a:r>
              <a:rPr lang="en-IN" sz="1100" b="1" dirty="0"/>
              <a:t>Let's begin. One small step at a time.</a:t>
            </a:r>
            <a:br>
              <a:rPr lang="en-IN" sz="1100" b="1" dirty="0"/>
            </a:br>
            <a:br>
              <a:rPr lang="en-IN" sz="1100" b="1" dirty="0"/>
            </a:br>
            <a:r>
              <a:rPr lang="en-IN" sz="1100" b="1" dirty="0" err="1"/>
              <a:t>Paravala</a:t>
            </a:r>
            <a:r>
              <a:rPr lang="en-IN" sz="1100" b="1" dirty="0"/>
              <a:t>… </a:t>
            </a:r>
            <a:r>
              <a:rPr lang="en-IN" sz="1100" b="1" dirty="0" err="1"/>
              <a:t>Paathukalam</a:t>
            </a:r>
            <a:r>
              <a:rPr lang="en-IN" sz="1100" b="1" dirty="0"/>
              <a:t>. </a:t>
            </a:r>
            <a:r>
              <a:rPr lang="en-IN" sz="1100" b="1" dirty="0" err="1"/>
              <a:t>Aarambikalam</a:t>
            </a:r>
            <a:r>
              <a:rPr lang="en-IN" sz="1100" b="1" dirty="0"/>
              <a:t>. ❤️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8875EC-9BBC-DE03-0AAF-497140B52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3" t="19117" r="15462" b="30389"/>
          <a:stretch>
            <a:fillRect/>
          </a:stretch>
        </p:blipFill>
        <p:spPr>
          <a:xfrm>
            <a:off x="1043796" y="1311216"/>
            <a:ext cx="3243532" cy="328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440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73E57-4990-CE19-638C-82CFBFA9C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Media </a:t>
            </a:r>
            <a:r>
              <a:rPr lang="en-IN" dirty="0" err="1"/>
              <a:t>Featureds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D202D-7019-0DBA-3728-8D34029EC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8188"/>
            <a:ext cx="2063511" cy="1160725"/>
          </a:xfrm>
          <a:prstGeom prst="rect">
            <a:avLst/>
          </a:prstGeom>
        </p:spPr>
      </p:pic>
      <p:pic>
        <p:nvPicPr>
          <p:cNvPr id="5" name="Picture 4" descr="Vikatan Group restructures its Print Portfolio">
            <a:extLst>
              <a:ext uri="{FF2B5EF4-FFF2-40B4-BE49-F238E27FC236}">
                <a16:creationId xmlns:a16="http://schemas.microsoft.com/office/drawing/2014/main" id="{5192BD2F-85D5-1B76-5445-8CA4879F72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15" t="26695" r="11781" b="24521"/>
          <a:stretch>
            <a:fillRect/>
          </a:stretch>
        </p:blipFill>
        <p:spPr>
          <a:xfrm>
            <a:off x="3062378" y="1544130"/>
            <a:ext cx="2682641" cy="845388"/>
          </a:xfrm>
          <a:prstGeom prst="rect">
            <a:avLst/>
          </a:prstGeom>
        </p:spPr>
      </p:pic>
      <p:pic>
        <p:nvPicPr>
          <p:cNvPr id="6" name="Picture 5" descr="File:Star Vijay logo 2023.png - Wikimedia Commons">
            <a:extLst>
              <a:ext uri="{FF2B5EF4-FFF2-40B4-BE49-F238E27FC236}">
                <a16:creationId xmlns:a16="http://schemas.microsoft.com/office/drawing/2014/main" id="{02099A35-A1A2-5DE0-520F-873ED9D22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77962"/>
            <a:ext cx="1405067" cy="1340951"/>
          </a:xfrm>
          <a:prstGeom prst="rect">
            <a:avLst/>
          </a:prstGeom>
        </p:spPr>
      </p:pic>
      <p:pic>
        <p:nvPicPr>
          <p:cNvPr id="7" name="Picture 6" descr="Puthiya Thalaimurai TV - Wikipedia">
            <a:extLst>
              <a:ext uri="{FF2B5EF4-FFF2-40B4-BE49-F238E27FC236}">
                <a16:creationId xmlns:a16="http://schemas.microsoft.com/office/drawing/2014/main" id="{52AD7A64-7A9B-03A5-BC9B-BB896F293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2048" y="1360818"/>
            <a:ext cx="2647950" cy="1028700"/>
          </a:xfrm>
          <a:prstGeom prst="rect">
            <a:avLst/>
          </a:prstGeom>
        </p:spPr>
      </p:pic>
      <p:pic>
        <p:nvPicPr>
          <p:cNvPr id="8" name="Picture 7" descr="Puthuyugam">
            <a:extLst>
              <a:ext uri="{FF2B5EF4-FFF2-40B4-BE49-F238E27FC236}">
                <a16:creationId xmlns:a16="http://schemas.microsoft.com/office/drawing/2014/main" id="{CC93F55E-BC75-0F7C-6B04-8C0304DC6BD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4585" b="26095"/>
          <a:stretch>
            <a:fillRect/>
          </a:stretch>
        </p:blipFill>
        <p:spPr>
          <a:xfrm>
            <a:off x="6185140" y="4997938"/>
            <a:ext cx="2599786" cy="721243"/>
          </a:xfrm>
          <a:prstGeom prst="rect">
            <a:avLst/>
          </a:prstGeom>
        </p:spPr>
      </p:pic>
      <p:pic>
        <p:nvPicPr>
          <p:cNvPr id="9" name="Picture 8" descr="மாலை மலர் நேயர்களின் கவனத்திற்கு..! | Tamil cinema please subscribe to maalaimalar's cinemamalar">
            <a:extLst>
              <a:ext uri="{FF2B5EF4-FFF2-40B4-BE49-F238E27FC236}">
                <a16:creationId xmlns:a16="http://schemas.microsoft.com/office/drawing/2014/main" id="{FECDC148-9F16-288D-469C-D626C28B1D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5379" y="2777608"/>
            <a:ext cx="2399761" cy="1439857"/>
          </a:xfrm>
          <a:prstGeom prst="rect">
            <a:avLst/>
          </a:prstGeom>
        </p:spPr>
      </p:pic>
      <p:pic>
        <p:nvPicPr>
          <p:cNvPr id="10" name="Picture 9" descr="The Federal garners half a million visits in 100 days">
            <a:extLst>
              <a:ext uri="{FF2B5EF4-FFF2-40B4-BE49-F238E27FC236}">
                <a16:creationId xmlns:a16="http://schemas.microsoft.com/office/drawing/2014/main" id="{33DACB30-5681-D1E3-6785-823B538756E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392" t="25402" r="6020" b="22372"/>
          <a:stretch>
            <a:fillRect/>
          </a:stretch>
        </p:blipFill>
        <p:spPr>
          <a:xfrm>
            <a:off x="6331789" y="3136916"/>
            <a:ext cx="2620220" cy="845388"/>
          </a:xfrm>
          <a:prstGeom prst="rect">
            <a:avLst/>
          </a:prstGeom>
        </p:spPr>
      </p:pic>
      <p:pic>
        <p:nvPicPr>
          <p:cNvPr id="11" name="Picture 10" descr="Live FM, 107.2 FM, ISA TOWN, Bahrain | Free Internet Radio | TuneIn">
            <a:extLst>
              <a:ext uri="{FF2B5EF4-FFF2-40B4-BE49-F238E27FC236}">
                <a16:creationId xmlns:a16="http://schemas.microsoft.com/office/drawing/2014/main" id="{4F1C0ED3-14E7-AF2F-E8FD-1838D79A03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59378" y="2881223"/>
            <a:ext cx="1506388" cy="1506388"/>
          </a:xfrm>
          <a:prstGeom prst="rect">
            <a:avLst/>
          </a:prstGeom>
        </p:spPr>
      </p:pic>
      <p:pic>
        <p:nvPicPr>
          <p:cNvPr id="12" name="Picture 11" descr="Hello FM, 106.4 FM, Chennai, India | Free Internet Radio | TuneIn">
            <a:extLst>
              <a:ext uri="{FF2B5EF4-FFF2-40B4-BE49-F238E27FC236}">
                <a16:creationId xmlns:a16="http://schemas.microsoft.com/office/drawing/2014/main" id="{2CE03280-E423-DE21-AB57-5D35503F86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27258" y="4835468"/>
            <a:ext cx="2902069" cy="883713"/>
          </a:xfrm>
          <a:prstGeom prst="rect">
            <a:avLst/>
          </a:prstGeom>
        </p:spPr>
      </p:pic>
      <p:pic>
        <p:nvPicPr>
          <p:cNvPr id="13" name="Picture 12" descr="Thanthi TV - Wikipedia">
            <a:extLst>
              <a:ext uri="{FF2B5EF4-FFF2-40B4-BE49-F238E27FC236}">
                <a16:creationId xmlns:a16="http://schemas.microsoft.com/office/drawing/2014/main" id="{C6F7E046-DD6E-DA90-FDEF-FABBCB169F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34334" y="2708786"/>
            <a:ext cx="1427852" cy="142785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71525B-11CC-5CA8-0B9F-01CEABF8AC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75" b="28805"/>
          <a:stretch>
            <a:fillRect/>
          </a:stretch>
        </p:blipFill>
        <p:spPr>
          <a:xfrm>
            <a:off x="9575320" y="200908"/>
            <a:ext cx="2183921" cy="115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731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CA209-692C-52CC-E104-C05261CFA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2156A-DD5A-DC04-1680-7CFF697EB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Trusted by Professionals &amp; Organisations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AC5808-8233-E175-AB69-3D73DB958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94449"/>
            <a:ext cx="9471804" cy="47359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436B7F-433A-8B74-0D36-1E50055BC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75" b="28805"/>
          <a:stretch>
            <a:fillRect/>
          </a:stretch>
        </p:blipFill>
        <p:spPr>
          <a:xfrm>
            <a:off x="10215371" y="200908"/>
            <a:ext cx="1543870" cy="81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078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BABD4-1537-0D5A-AF65-DA0EEB7A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Participants Say About the Journey</a:t>
            </a:r>
            <a:br>
              <a:rPr lang="en-IN" b="1" dirty="0"/>
            </a:br>
            <a:r>
              <a:rPr lang="en-IN" sz="2700" b="1" dirty="0"/>
              <a:t>The best way to understand a journey is to hear from the people who experienced it.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76253-CB5A-37A4-DF8E-A078086BF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9132"/>
            <a:ext cx="10515600" cy="1483743"/>
          </a:xfrm>
        </p:spPr>
        <p:txBody>
          <a:bodyPr/>
          <a:lstStyle/>
          <a:p>
            <a:r>
              <a:rPr lang="en-IN" dirty="0"/>
              <a:t>Testimonials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F8DF8-4299-98FA-8E7D-0D805F9ADCE9}"/>
              </a:ext>
            </a:extLst>
          </p:cNvPr>
          <p:cNvSpPr txBox="1"/>
          <p:nvPr/>
        </p:nvSpPr>
        <p:spPr>
          <a:xfrm>
            <a:off x="3047281" y="5988734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b="1" dirty="0"/>
              <a:t>Your Journey Could Be the Next Story.</a:t>
            </a:r>
          </a:p>
          <a:p>
            <a:pPr algn="ctr">
              <a:buNone/>
            </a:pPr>
            <a:r>
              <a:rPr lang="en-IN" b="1" dirty="0" err="1"/>
              <a:t>Paravala</a:t>
            </a:r>
            <a:r>
              <a:rPr lang="en-IN" b="1" dirty="0"/>
              <a:t> </a:t>
            </a:r>
            <a:r>
              <a:rPr lang="en-IN" b="1" dirty="0" err="1"/>
              <a:t>Paathukalam</a:t>
            </a:r>
            <a:r>
              <a:rPr lang="en-IN" b="1" dirty="0"/>
              <a:t>… </a:t>
            </a:r>
            <a:r>
              <a:rPr lang="en-IN" b="1" dirty="0" err="1"/>
              <a:t>Aarambikalama</a:t>
            </a:r>
            <a:r>
              <a:rPr lang="en-IN" b="1" dirty="0"/>
              <a:t>? 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03D611E-9FC2-7437-1D74-C7E396BCA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865081"/>
              </p:ext>
            </p:extLst>
          </p:nvPr>
        </p:nvGraphicFramePr>
        <p:xfrm>
          <a:off x="976225" y="1365071"/>
          <a:ext cx="4901242" cy="1549400"/>
        </p:xfrm>
        <a:graphic>
          <a:graphicData uri="http://schemas.openxmlformats.org/drawingml/2006/table">
            <a:tbl>
              <a:tblPr firstRow="1" firstCol="1" bandRow="1"/>
              <a:tblGrid>
                <a:gridCol w="4901242">
                  <a:extLst>
                    <a:ext uri="{9D8B030D-6E8A-4147-A177-3AD203B41FA5}">
                      <a16:colId xmlns:a16="http://schemas.microsoft.com/office/drawing/2014/main" val="1420313943"/>
                    </a:ext>
                  </a:extLst>
                </a:gridCol>
              </a:tblGrid>
              <a:tr h="632904">
                <a:tc>
                  <a:txBody>
                    <a:bodyPr/>
                    <a:lstStyle/>
                    <a:p>
                      <a:r>
                        <a:rPr lang="en-IN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★★★★★  "The content touched things I knew but never faced honestly. Day 1 itself created a real shift."</a:t>
                      </a: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Deepa Sai</a:t>
                      </a: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Entrepreneur</a:t>
                      </a: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414510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E844F95-2267-3281-D250-A107ADD89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836558"/>
              </p:ext>
            </p:extLst>
          </p:nvPr>
        </p:nvGraphicFramePr>
        <p:xfrm>
          <a:off x="976225" y="2998726"/>
          <a:ext cx="4901242" cy="1549400"/>
        </p:xfrm>
        <a:graphic>
          <a:graphicData uri="http://schemas.openxmlformats.org/drawingml/2006/table">
            <a:tbl>
              <a:tblPr firstRow="1" firstCol="1" bandRow="1"/>
              <a:tblGrid>
                <a:gridCol w="4901242">
                  <a:extLst>
                    <a:ext uri="{9D8B030D-6E8A-4147-A177-3AD203B41FA5}">
                      <a16:colId xmlns:a16="http://schemas.microsoft.com/office/drawing/2014/main" val="1420313943"/>
                    </a:ext>
                  </a:extLst>
                </a:gridCol>
              </a:tblGrid>
              <a:tr h="632904">
                <a:tc>
                  <a:txBody>
                    <a:bodyPr/>
                    <a:lstStyle/>
                    <a:p>
                      <a:r>
                        <a:rPr lang="en-IN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★★★★★  "This program helped me understand why I was losing focus. Now I know how to return when I drift."</a:t>
                      </a: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Saranyadevi</a:t>
                      </a:r>
                      <a:b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Accountant</a:t>
                      </a: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414510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E9BB4EDA-8067-6A2A-0AF1-F467F0CFD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957717"/>
              </p:ext>
            </p:extLst>
          </p:nvPr>
        </p:nvGraphicFramePr>
        <p:xfrm>
          <a:off x="6166451" y="1365071"/>
          <a:ext cx="4901242" cy="1549400"/>
        </p:xfrm>
        <a:graphic>
          <a:graphicData uri="http://schemas.openxmlformats.org/drawingml/2006/table">
            <a:tbl>
              <a:tblPr firstRow="1" firstCol="1" bandRow="1"/>
              <a:tblGrid>
                <a:gridCol w="4901242">
                  <a:extLst>
                    <a:ext uri="{9D8B030D-6E8A-4147-A177-3AD203B41FA5}">
                      <a16:colId xmlns:a16="http://schemas.microsoft.com/office/drawing/2014/main" val="1420313943"/>
                    </a:ext>
                  </a:extLst>
                </a:gridCol>
              </a:tblGrid>
              <a:tr h="632904">
                <a:tc>
                  <a:txBody>
                    <a:bodyPr/>
                    <a:lstStyle/>
                    <a:p>
                      <a:r>
                        <a:rPr lang="en-IN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★★★★★  "The importance of measurable goals and daily progress became clearer. Kalee made that real."</a:t>
                      </a: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Vijaya Saravanan</a:t>
                      </a:r>
                      <a:b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Entrepreneur</a:t>
                      </a: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41451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64FA2FCF-7067-5FCB-0F66-190EDDCA0C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09497"/>
              </p:ext>
            </p:extLst>
          </p:nvPr>
        </p:nvGraphicFramePr>
        <p:xfrm>
          <a:off x="6166451" y="2998726"/>
          <a:ext cx="4901242" cy="2098040"/>
        </p:xfrm>
        <a:graphic>
          <a:graphicData uri="http://schemas.openxmlformats.org/drawingml/2006/table">
            <a:tbl>
              <a:tblPr firstRow="1" firstCol="1" bandRow="1"/>
              <a:tblGrid>
                <a:gridCol w="4901242">
                  <a:extLst>
                    <a:ext uri="{9D8B030D-6E8A-4147-A177-3AD203B41FA5}">
                      <a16:colId xmlns:a16="http://schemas.microsoft.com/office/drawing/2014/main" val="1420313943"/>
                    </a:ext>
                  </a:extLst>
                </a:gridCol>
              </a:tblGrid>
              <a:tr h="632904">
                <a:tc>
                  <a:txBody>
                    <a:bodyPr/>
                    <a:lstStyle/>
                    <a:p>
                      <a:r>
                        <a:rPr lang="en-IN" sz="180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★★★★★  "This 14-day journey helped me become more aware, compassionate, and conscious in how I respond to life. I loved that it wasn't about perfection - it was simply about becoming 1% better every day.”</a:t>
                      </a: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 Pavithra</a:t>
                      </a: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Psychologist</a:t>
                      </a: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0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414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031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0CDE-4CEE-ADF5-24BE-244755D35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DOES THE 14-DAY JOURNEY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02618-F41B-E0A4-19D9-056270EE6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b="1" dirty="0"/>
              <a:t>Join the Journey</a:t>
            </a:r>
          </a:p>
          <a:p>
            <a:r>
              <a:rPr lang="en-IN" dirty="0"/>
              <a:t>Register for the 14-Day </a:t>
            </a:r>
            <a:r>
              <a:rPr lang="en-IN" b="1" dirty="0"/>
              <a:t>1% Better Every Day</a:t>
            </a:r>
            <a:r>
              <a:rPr lang="en-IN" dirty="0"/>
              <a:t> journey.</a:t>
            </a:r>
          </a:p>
          <a:p>
            <a:r>
              <a:rPr lang="en-IN" b="1" dirty="0"/>
              <a:t>2️⃣ Join Live at 5:30 AM</a:t>
            </a:r>
          </a:p>
          <a:p>
            <a:r>
              <a:rPr lang="en-IN" dirty="0"/>
              <a:t>Start your morning with a focused </a:t>
            </a:r>
            <a:r>
              <a:rPr lang="en-IN" b="1" dirty="0"/>
              <a:t>live Zoom session</a:t>
            </a:r>
            <a:r>
              <a:rPr lang="en-IN" dirty="0"/>
              <a:t>.</a:t>
            </a:r>
          </a:p>
          <a:p>
            <a:r>
              <a:rPr lang="en-IN" dirty="0"/>
              <a:t>⏰ </a:t>
            </a:r>
            <a:r>
              <a:rPr lang="en-IN" b="1" dirty="0"/>
              <a:t>Short. Simple. Practical.</a:t>
            </a:r>
            <a:endParaRPr lang="en-IN" dirty="0"/>
          </a:p>
          <a:p>
            <a:r>
              <a:rPr lang="en-IN" b="1" dirty="0"/>
              <a:t>3️⃣ Reflect &amp; Practice</a:t>
            </a:r>
          </a:p>
          <a:p>
            <a:r>
              <a:rPr lang="en-IN" dirty="0"/>
              <a:t>Each day, explore one psychological principle and take a small action into your day.</a:t>
            </a:r>
          </a:p>
          <a:p>
            <a:r>
              <a:rPr lang="en-IN" dirty="0"/>
              <a:t>🧠 </a:t>
            </a:r>
            <a:r>
              <a:rPr lang="en-IN" b="1" dirty="0"/>
              <a:t>Understand → Reflect → Practice</a:t>
            </a:r>
            <a:endParaRPr lang="en-IN" dirty="0"/>
          </a:p>
          <a:p>
            <a:r>
              <a:rPr lang="en-IN" b="1" dirty="0"/>
              <a:t>4️⃣ Stay Connected for 14 Days</a:t>
            </a:r>
          </a:p>
          <a:p>
            <a:r>
              <a:rPr lang="en-IN" dirty="0"/>
              <a:t>Be part of a community of people who are also choosing to become better—one small step at a time.</a:t>
            </a:r>
          </a:p>
          <a:p>
            <a:r>
              <a:rPr lang="en-IN" b="1" dirty="0"/>
              <a:t>5️⃣ Complete Your Journey</a:t>
            </a:r>
          </a:p>
          <a:p>
            <a:r>
              <a:rPr lang="en-IN" dirty="0"/>
              <a:t>Reflection is where experience becomes learning.</a:t>
            </a:r>
          </a:p>
          <a:p>
            <a:r>
              <a:rPr lang="en-IN" dirty="0"/>
              <a:t>At the end of 14 days, pause and see:</a:t>
            </a:r>
          </a:p>
          <a:p>
            <a:r>
              <a:rPr lang="en-IN" b="1" dirty="0"/>
              <a:t>What changed?</a:t>
            </a:r>
            <a:br>
              <a:rPr lang="en-IN" dirty="0"/>
            </a:br>
            <a:r>
              <a:rPr lang="en-IN" b="1" dirty="0"/>
              <a:t>What did you learn about yourself?</a:t>
            </a:r>
            <a:br>
              <a:rPr lang="en-IN" dirty="0"/>
            </a:br>
            <a:r>
              <a:rPr lang="en-IN" b="1" dirty="0"/>
              <a:t>What will you continue?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A small clarity box:</a:t>
            </a:r>
          </a:p>
          <a:p>
            <a:r>
              <a:rPr lang="en-IN" b="1" dirty="0"/>
              <a:t>📅 Duration:</a:t>
            </a:r>
            <a:r>
              <a:rPr lang="en-IN" dirty="0"/>
              <a:t> 14 Days</a:t>
            </a:r>
            <a:br>
              <a:rPr lang="en-IN" dirty="0"/>
            </a:br>
            <a:r>
              <a:rPr lang="en-IN" b="1" dirty="0"/>
              <a:t>💻 Format:</a:t>
            </a:r>
            <a:r>
              <a:rPr lang="en-IN" dirty="0"/>
              <a:t> Live on Zoom</a:t>
            </a:r>
            <a:br>
              <a:rPr lang="en-IN" dirty="0"/>
            </a:br>
            <a:r>
              <a:rPr lang="en-IN" b="1" dirty="0"/>
              <a:t>⏰ Time:</a:t>
            </a:r>
            <a:r>
              <a:rPr lang="en-IN" dirty="0"/>
              <a:t> 5:30 AM</a:t>
            </a:r>
            <a:br>
              <a:rPr lang="en-IN" dirty="0"/>
            </a:br>
            <a:r>
              <a:rPr lang="en-IN" b="1" dirty="0"/>
              <a:t>🎯 Focus:</a:t>
            </a:r>
            <a:r>
              <a:rPr lang="en-IN" dirty="0"/>
              <a:t> Psychological Growth &amp; Daily Transformation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You don't have to change your whole life in one day.</a:t>
            </a:r>
          </a:p>
          <a:p>
            <a:r>
              <a:rPr lang="en-IN" b="1" dirty="0"/>
              <a:t>Just show up for one small step. Today.</a:t>
            </a:r>
          </a:p>
          <a:p>
            <a:r>
              <a:rPr lang="en-IN" b="1" dirty="0" err="1"/>
              <a:t>பரவால</a:t>
            </a:r>
            <a:r>
              <a:rPr lang="en-IN" b="1" dirty="0"/>
              <a:t> </a:t>
            </a:r>
            <a:r>
              <a:rPr lang="en-IN" b="1" dirty="0" err="1"/>
              <a:t>பார்த்துக்கலாம்</a:t>
            </a:r>
            <a:r>
              <a:rPr lang="en-IN" b="1" dirty="0"/>
              <a:t>… </a:t>
            </a:r>
            <a:r>
              <a:rPr lang="en-IN" b="1" dirty="0" err="1"/>
              <a:t>ஆரம்பிக்கலாம்</a:t>
            </a:r>
            <a:r>
              <a:rPr lang="en-IN" b="1" dirty="0"/>
              <a:t>. 🌱</a:t>
            </a:r>
            <a:endParaRPr lang="en-IN" dirty="0"/>
          </a:p>
          <a:p>
            <a:r>
              <a:rPr lang="en-IN" b="1" dirty="0"/>
              <a:t>[ START YOUR 14-DAY JOURNEY → ]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286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E36A-D8F9-964C-D1B9-B9BBB3BB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WILL YOU EXPLORE IN 14 DAYS?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DE883-2D80-A2B2-3FDA-E284F5A3C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/>
          </a:bodyPr>
          <a:lstStyle/>
          <a:p>
            <a:r>
              <a:rPr lang="en-IN" sz="2000" b="1" dirty="0"/>
              <a:t>14 Days. 14 Powerful Shifts. 🌱</a:t>
            </a:r>
          </a:p>
          <a:p>
            <a:r>
              <a:rPr lang="en-IN" sz="2000" dirty="0"/>
              <a:t>Over 14 days, you will explore:</a:t>
            </a:r>
          </a:p>
          <a:p>
            <a:r>
              <a:rPr lang="en-IN" sz="2000" b="1" dirty="0"/>
              <a:t>🧠 Your Mind</a:t>
            </a:r>
          </a:p>
          <a:p>
            <a:r>
              <a:rPr lang="en-IN" sz="2000" dirty="0"/>
              <a:t>Awareness • Patterns • Inner Critic • Comparison</a:t>
            </a:r>
          </a:p>
          <a:p>
            <a:r>
              <a:rPr lang="en-IN" sz="2000" b="1" dirty="0"/>
              <a:t>❤️ Your Relationship with Yourself</a:t>
            </a:r>
          </a:p>
          <a:p>
            <a:r>
              <a:rPr lang="en-IN" sz="2000" dirty="0"/>
              <a:t>Self-Trust • Playfulness • Gratitude • Self-Love</a:t>
            </a:r>
          </a:p>
          <a:p>
            <a:r>
              <a:rPr lang="en-IN" sz="2000" b="1" dirty="0"/>
              <a:t>🎯 Your Direction</a:t>
            </a:r>
          </a:p>
          <a:p>
            <a:r>
              <a:rPr lang="en-IN" sz="2000" dirty="0"/>
              <a:t>Dreams • Bucket List • Vision • Goals</a:t>
            </a:r>
          </a:p>
          <a:p>
            <a:r>
              <a:rPr lang="en-IN" sz="2000" b="1" dirty="0"/>
              <a:t>🧘 Your Inner Stability</a:t>
            </a:r>
          </a:p>
          <a:p>
            <a:r>
              <a:rPr lang="en-IN" sz="2000" dirty="0"/>
              <a:t>Non-Reactivity • Repetition • Resilience • Reflection</a:t>
            </a:r>
          </a:p>
          <a:p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B7DEF-7812-08DD-2583-0B39FEE989F4}"/>
              </a:ext>
            </a:extLst>
          </p:cNvPr>
          <p:cNvSpPr txBox="1"/>
          <p:nvPr/>
        </p:nvSpPr>
        <p:spPr>
          <a:xfrm>
            <a:off x="3047281" y="5407659"/>
            <a:ext cx="60945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dirty="0"/>
              <a:t>This is not about becoming someone else.</a:t>
            </a:r>
          </a:p>
          <a:p>
            <a:pPr algn="ctr">
              <a:buNone/>
            </a:pPr>
            <a:r>
              <a:rPr lang="en-IN" sz="1600" b="1" dirty="0"/>
              <a:t>It is about understanding yourself better—and becoming more intentional about the person you are becoming.</a:t>
            </a:r>
          </a:p>
          <a:p>
            <a:pPr algn="ctr">
              <a:buNone/>
            </a:pPr>
            <a:r>
              <a:rPr lang="en-IN" sz="1600" b="1" dirty="0"/>
              <a:t>One day. One insight. One small step.</a:t>
            </a:r>
            <a:endParaRPr lang="en-IN" sz="1600" dirty="0"/>
          </a:p>
          <a:p>
            <a:pPr algn="ctr">
              <a:buNone/>
            </a:pPr>
            <a:r>
              <a:rPr lang="en-IN" sz="1600" b="1" dirty="0"/>
              <a:t>1% Better. Every Day.</a:t>
            </a:r>
          </a:p>
        </p:txBody>
      </p:sp>
    </p:spTree>
    <p:extLst>
      <p:ext uri="{BB962C8B-B14F-4D97-AF65-F5344CB8AC3E}">
        <p14:creationId xmlns:p14="http://schemas.microsoft.com/office/powerpoint/2010/main" val="141825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7D361-D64A-49C0-0EF3-2BF7990E1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423" y="365125"/>
            <a:ext cx="5122653" cy="1325563"/>
          </a:xfrm>
        </p:spPr>
        <p:txBody>
          <a:bodyPr>
            <a:normAutofit/>
          </a:bodyPr>
          <a:lstStyle/>
          <a:p>
            <a:r>
              <a:rPr lang="en-IN" sz="3600" dirty="0"/>
              <a:t>WHO SHOULD JOIN?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0F3B2-0EEA-6383-497E-A64E87D5C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0162" y="1690688"/>
            <a:ext cx="4725838" cy="4351338"/>
          </a:xfrm>
        </p:spPr>
        <p:txBody>
          <a:bodyPr>
            <a:normAutofit/>
          </a:bodyPr>
          <a:lstStyle/>
          <a:p>
            <a:r>
              <a:rPr lang="en-IN" sz="1000" b="1" dirty="0"/>
              <a:t>This Journey Is For You If...</a:t>
            </a:r>
          </a:p>
          <a:p>
            <a:r>
              <a:rPr lang="en-IN" sz="1000" b="1" dirty="0"/>
              <a:t>🌱 You want to work on yourself</a:t>
            </a:r>
          </a:p>
          <a:p>
            <a:r>
              <a:rPr lang="en-IN" sz="1000" dirty="0"/>
              <a:t>Not because everything is wrong—but because you know there is more to understand and improve.</a:t>
            </a:r>
          </a:p>
          <a:p>
            <a:r>
              <a:rPr lang="en-IN" sz="1000" b="1" dirty="0"/>
              <a:t>🔄 You keep starting but struggle to continue</a:t>
            </a:r>
          </a:p>
          <a:p>
            <a:r>
              <a:rPr lang="en-IN" sz="1000" dirty="0"/>
              <a:t>You want to understand why certain patterns repeat in your life.</a:t>
            </a:r>
          </a:p>
          <a:p>
            <a:r>
              <a:rPr lang="en-IN" sz="1000" b="1" dirty="0"/>
              <a:t>🧠 You are tired of only consuming motivational content</a:t>
            </a:r>
          </a:p>
          <a:p>
            <a:r>
              <a:rPr lang="en-IN" sz="1000" dirty="0"/>
              <a:t>You want to pause, reflect and actually apply something.</a:t>
            </a:r>
          </a:p>
          <a:p>
            <a:r>
              <a:rPr lang="en-IN" sz="1000" b="1" dirty="0"/>
              <a:t>🤝 You want to rebuild self-trust</a:t>
            </a:r>
          </a:p>
          <a:p>
            <a:r>
              <a:rPr lang="en-IN" sz="1000" dirty="0"/>
              <a:t>By starting small and keeping promises to yourself.</a:t>
            </a:r>
          </a:p>
          <a:p>
            <a:r>
              <a:rPr lang="en-IN" sz="1000" b="1" dirty="0"/>
              <a:t>🎯 You want more clarity</a:t>
            </a:r>
          </a:p>
          <a:p>
            <a:r>
              <a:rPr lang="en-IN" sz="1000" dirty="0"/>
              <a:t>About your thoughts, patterns, choices and the direction you are moving in.</a:t>
            </a:r>
          </a:p>
          <a:p>
            <a:r>
              <a:rPr lang="en-IN" sz="1000" b="1" dirty="0"/>
              <a:t>❤️ You want a better relationship with yourself</a:t>
            </a:r>
          </a:p>
          <a:p>
            <a:r>
              <a:rPr lang="en-IN" sz="1000" dirty="0"/>
              <a:t>Less self-criticism. More awareness. More conscious growth.</a:t>
            </a:r>
          </a:p>
          <a:p>
            <a:r>
              <a:rPr lang="en-IN" sz="1000" b="1" dirty="0"/>
              <a:t>🔁 You are willing to show up imperfectly</a:t>
            </a:r>
          </a:p>
          <a:p>
            <a:r>
              <a:rPr lang="en-IN" sz="1000" dirty="0"/>
              <a:t>You may miss a day. You may struggle.</a:t>
            </a:r>
          </a:p>
          <a:p>
            <a:r>
              <a:rPr lang="en-IN" sz="1000" b="1" dirty="0"/>
              <a:t>But you are willing to return.</a:t>
            </a:r>
            <a:endParaRPr lang="en-IN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7A246-3BCF-8A72-3BB2-B0CC3618A090}"/>
              </a:ext>
            </a:extLst>
          </p:cNvPr>
          <p:cNvSpPr txBox="1"/>
          <p:nvPr/>
        </p:nvSpPr>
        <p:spPr>
          <a:xfrm>
            <a:off x="3047281" y="5657671"/>
            <a:ext cx="60945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You don't have to be highly disciplined to begin.</a:t>
            </a:r>
          </a:p>
          <a:p>
            <a:pPr>
              <a:buNone/>
            </a:pPr>
            <a:r>
              <a:rPr lang="en-IN" sz="1400" dirty="0"/>
              <a:t>You don't have to have your entire life figured out.</a:t>
            </a:r>
          </a:p>
          <a:p>
            <a:pPr>
              <a:buNone/>
            </a:pPr>
            <a:r>
              <a:rPr lang="en-IN" sz="1400" b="1" dirty="0"/>
              <a:t>You just need a willingness to start.</a:t>
            </a:r>
          </a:p>
          <a:p>
            <a:pPr>
              <a:buNone/>
            </a:pPr>
            <a:r>
              <a:rPr lang="en-IN" sz="1400" b="1" dirty="0" err="1"/>
              <a:t>பரவால</a:t>
            </a:r>
            <a:r>
              <a:rPr lang="en-IN" sz="1400" b="1" dirty="0"/>
              <a:t> </a:t>
            </a:r>
            <a:r>
              <a:rPr lang="en-IN" sz="1400" b="1" dirty="0" err="1"/>
              <a:t>பார்த்துக்கலாம்</a:t>
            </a:r>
            <a:r>
              <a:rPr lang="en-IN" sz="1400" b="1" dirty="0"/>
              <a:t>… </a:t>
            </a:r>
            <a:r>
              <a:rPr lang="en-IN" sz="1400" b="1" dirty="0" err="1"/>
              <a:t>ஆரம்பிக்கலாம்</a:t>
            </a:r>
            <a:r>
              <a:rPr lang="en-IN" sz="1400" b="1" dirty="0"/>
              <a:t>. 🌱</a:t>
            </a:r>
            <a:endParaRPr lang="en-IN" sz="1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5E9AE15-DE8A-1BC1-C2CA-30A0EA5F6A53}"/>
              </a:ext>
            </a:extLst>
          </p:cNvPr>
          <p:cNvSpPr txBox="1">
            <a:spLocks/>
          </p:cNvSpPr>
          <p:nvPr/>
        </p:nvSpPr>
        <p:spPr>
          <a:xfrm>
            <a:off x="6433868" y="1690688"/>
            <a:ext cx="47258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/>
              <a:t>❌ This may not be for you if...</a:t>
            </a:r>
          </a:p>
          <a:p>
            <a:r>
              <a:rPr lang="en-IN" sz="1600" b="1" dirty="0"/>
              <a:t>You are looking for a quick fix.</a:t>
            </a:r>
            <a:br>
              <a:rPr lang="en-IN" sz="1600" dirty="0"/>
            </a:br>
            <a:r>
              <a:rPr lang="en-IN" sz="1600" dirty="0"/>
              <a:t>14 days can begin a journey—but it cannot magically solve everything overnight.</a:t>
            </a:r>
          </a:p>
          <a:p>
            <a:r>
              <a:rPr lang="en-IN" sz="1600" b="1" dirty="0"/>
              <a:t>You only want motivation and entertainment.</a:t>
            </a:r>
            <a:br>
              <a:rPr lang="en-IN" sz="1600" dirty="0"/>
            </a:br>
            <a:r>
              <a:rPr lang="en-IN" sz="1600" dirty="0"/>
              <a:t>This journey involves reflection, dedication and small actions.</a:t>
            </a:r>
          </a:p>
          <a:p>
            <a:r>
              <a:rPr lang="en-IN" sz="1600" b="1" dirty="0"/>
              <a:t>You expect someone else to change your life.</a:t>
            </a:r>
            <a:br>
              <a:rPr lang="en-IN" sz="1600" dirty="0"/>
            </a:br>
            <a:r>
              <a:rPr lang="en-IN" sz="1600" dirty="0"/>
              <a:t>I can guide the process, but your participation matters.</a:t>
            </a:r>
          </a:p>
          <a:p>
            <a:r>
              <a:rPr lang="en-IN" sz="1600" b="1" dirty="0"/>
              <a:t>You are not willing to spend a few minutes reflecting on yourself.</a:t>
            </a:r>
            <a:endParaRPr lang="en-IN" sz="1600" dirty="0"/>
          </a:p>
          <a:p>
            <a:r>
              <a:rPr lang="en-IN" sz="1600" b="1" dirty="0"/>
              <a:t>You are looking for individual therapy or clinical treatment.</a:t>
            </a:r>
            <a:br>
              <a:rPr lang="en-IN" sz="1600" dirty="0"/>
            </a:br>
            <a:r>
              <a:rPr lang="en-IN" sz="1600" dirty="0"/>
              <a:t>This is a psychological growth and learning journey, not individual therapy or emergency mental health support.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FFCDCA3-6329-502E-9464-558FCE4727B5}"/>
              </a:ext>
            </a:extLst>
          </p:cNvPr>
          <p:cNvSpPr txBox="1">
            <a:spLocks/>
          </p:cNvSpPr>
          <p:nvPr/>
        </p:nvSpPr>
        <p:spPr>
          <a:xfrm>
            <a:off x="6217489" y="365125"/>
            <a:ext cx="512265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dirty="0"/>
              <a:t>WHO NOT JOIN?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9C2397-C82E-C065-5510-685BABC4FC90}"/>
              </a:ext>
            </a:extLst>
          </p:cNvPr>
          <p:cNvSpPr txBox="1"/>
          <p:nvPr/>
        </p:nvSpPr>
        <p:spPr>
          <a:xfrm>
            <a:off x="1520405" y="1208258"/>
            <a:ext cx="8727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If you are Entrepreneur / Professional / Freelancer / Anyone who wants to grow</a:t>
            </a:r>
          </a:p>
        </p:txBody>
      </p:sp>
    </p:spTree>
    <p:extLst>
      <p:ext uri="{BB962C8B-B14F-4D97-AF65-F5344CB8AC3E}">
        <p14:creationId xmlns:p14="http://schemas.microsoft.com/office/powerpoint/2010/main" val="3324286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6A6B4-CD18-84AD-7621-A72342D9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🎁 BONUS OFFER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FEA5E8-591F-BB87-695C-A5AAE7962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📘 14-Day Reflection Workbook</a:t>
            </a:r>
          </a:p>
          <a:p>
            <a:r>
              <a:rPr lang="en-IN" dirty="0"/>
              <a:t>Reflect, learn and apply your daily insights.</a:t>
            </a:r>
            <a:br>
              <a:rPr lang="en-IN" dirty="0"/>
            </a:br>
            <a:r>
              <a:rPr lang="en-IN" b="1" dirty="0"/>
              <a:t>Worth ₹299</a:t>
            </a:r>
            <a:br>
              <a:rPr lang="en-IN" b="1" dirty="0"/>
            </a:br>
            <a:endParaRPr lang="en-IN" dirty="0"/>
          </a:p>
          <a:p>
            <a:r>
              <a:rPr lang="en-IN" b="1" dirty="0"/>
              <a:t>🪞 Self-Trust Assessment</a:t>
            </a:r>
          </a:p>
          <a:p>
            <a:r>
              <a:rPr lang="en-IN" dirty="0"/>
              <a:t>Understand your self-trust, consistency and ability to restart.</a:t>
            </a:r>
            <a:br>
              <a:rPr lang="en-IN" dirty="0"/>
            </a:br>
            <a:r>
              <a:rPr lang="en-IN" b="1" dirty="0"/>
              <a:t>Worth ₹499</a:t>
            </a:r>
            <a:br>
              <a:rPr lang="en-IN" b="1" dirty="0"/>
            </a:br>
            <a:endParaRPr lang="en-IN" dirty="0"/>
          </a:p>
          <a:p>
            <a:r>
              <a:rPr lang="en-IN" b="1" dirty="0"/>
              <a:t>🌱 30-Day Continuation Tracker</a:t>
            </a:r>
          </a:p>
          <a:p>
            <a:r>
              <a:rPr lang="en-IN" dirty="0"/>
              <a:t>Keep your 1% Better journey going beyond 14 days.</a:t>
            </a:r>
            <a:br>
              <a:rPr lang="en-IN" dirty="0"/>
            </a:br>
            <a:r>
              <a:rPr lang="en-IN" b="1" dirty="0"/>
              <a:t>Worth ₹299</a:t>
            </a:r>
            <a:br>
              <a:rPr lang="en-IN" b="1" dirty="0"/>
            </a:br>
            <a:endParaRPr lang="en-IN" dirty="0"/>
          </a:p>
          <a:p>
            <a:r>
              <a:rPr lang="en-IN" b="1" dirty="0"/>
              <a:t>🎁 Total Bonus Value: ₹1,097</a:t>
            </a:r>
          </a:p>
          <a:p>
            <a:r>
              <a:rPr lang="en-IN" b="1" dirty="0"/>
              <a:t>Included FREE with the 14-Day Journey.</a:t>
            </a:r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A5068C-C2FC-2405-9BE7-C9C2F6EAB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75" b="28805"/>
          <a:stretch>
            <a:fillRect/>
          </a:stretch>
        </p:blipFill>
        <p:spPr>
          <a:xfrm>
            <a:off x="9575320" y="200908"/>
            <a:ext cx="2183921" cy="115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57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109CC-F34F-3856-1756-9D0E9EEA7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spc="-105" dirty="0">
                <a:latin typeface="Instrument Sans"/>
              </a:rPr>
              <a:t>Why live?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EBFA1-345A-7E49-EF7D-7800D9D9F93E}"/>
              </a:ext>
            </a:extLst>
          </p:cNvPr>
          <p:cNvSpPr txBox="1"/>
          <p:nvPr/>
        </p:nvSpPr>
        <p:spPr>
          <a:xfrm>
            <a:off x="838200" y="1690688"/>
            <a:ext cx="6094562" cy="4101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br>
              <a:rPr lang="en-IN" sz="900" b="1" i="0" cap="all" spc="162" dirty="0">
                <a:effectLst/>
                <a:latin typeface="Instrument Sans"/>
              </a:rPr>
            </a:br>
            <a:r>
              <a:rPr lang="en-IN" sz="1800" b="0" i="0" dirty="0">
                <a:effectLst/>
                <a:latin typeface="Instrument Sans"/>
              </a:rPr>
              <a:t>There is no recording for the first four batches. That is a deliberate choice, not a limitation.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sz="2400" b="0" i="0" spc="-36" dirty="0">
                <a:effectLst/>
                <a:latin typeface="Instrument Sans"/>
              </a:rPr>
              <a:t>Presence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sz="1350" b="0" i="0" dirty="0">
                <a:effectLst/>
                <a:latin typeface="Instrument Sans"/>
              </a:rPr>
              <a:t>You show up at a real time, with real people. That is what makes it count.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sz="2400" b="0" i="0" spc="-36" dirty="0">
                <a:effectLst/>
                <a:latin typeface="Instrument Sans"/>
              </a:rPr>
              <a:t>Reflection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sz="1350" b="0" i="0" dirty="0">
                <a:effectLst/>
                <a:latin typeface="Instrument Sans"/>
              </a:rPr>
              <a:t>Reflection happens in the room, not later in a playlist you mean to finish.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sz="2400" b="0" i="0" spc="-36" dirty="0">
                <a:effectLst/>
                <a:latin typeface="Instrument Sans"/>
              </a:rPr>
              <a:t>Participation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sz="1350" b="0" i="0" dirty="0">
                <a:effectLst/>
                <a:latin typeface="Instrument Sans"/>
              </a:rPr>
              <a:t>You are asked. You answer. Something moves.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sz="2400" b="0" i="0" spc="-36" dirty="0">
                <a:effectLst/>
                <a:latin typeface="Instrument Sans"/>
              </a:rPr>
              <a:t>Community</a:t>
            </a:r>
          </a:p>
          <a:p>
            <a:pPr marL="0" marR="0" indent="0" algn="l">
              <a:buFont typeface="Arial" panose="020B0604020202020204" pitchFamily="34" charset="0"/>
              <a:buChar char="•"/>
            </a:pPr>
            <a:r>
              <a:rPr lang="en-IN" sz="1350" dirty="0">
                <a:latin typeface="Instrument Sans"/>
              </a:rPr>
              <a:t> Committed</a:t>
            </a:r>
            <a:r>
              <a:rPr lang="en-IN" sz="1350" b="0" i="0" dirty="0">
                <a:effectLst/>
                <a:latin typeface="Instrument Sans"/>
              </a:rPr>
              <a:t> people, returning to the same morning, for fourteen days.</a:t>
            </a:r>
          </a:p>
          <a:p>
            <a:pPr marL="0" marR="0" indent="0" algn="l">
              <a:spcBef>
                <a:spcPts val="3000"/>
              </a:spcBef>
              <a:buNone/>
            </a:pPr>
            <a:r>
              <a:rPr lang="en-IN" sz="1350" b="0" i="0" dirty="0">
                <a:effectLst/>
                <a:latin typeface="Instrument Sans"/>
              </a:rPr>
              <a:t>Recorded courses have their place - most of us own several we never finished. This one asks for something different: that you show up, once a day, for fourteen days. That is the whole mechanism.</a:t>
            </a:r>
          </a:p>
        </p:txBody>
      </p:sp>
    </p:spTree>
    <p:extLst>
      <p:ext uri="{BB962C8B-B14F-4D97-AF65-F5344CB8AC3E}">
        <p14:creationId xmlns:p14="http://schemas.microsoft.com/office/powerpoint/2010/main" val="563103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1A2A2-B133-D919-60E9-1A4662CD4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1829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🛡️  My promise to you</a:t>
            </a:r>
            <a:endParaRPr lang="en-IN" dirty="0"/>
          </a:p>
          <a:p>
            <a:r>
              <a:rPr lang="en-IN" dirty="0"/>
              <a:t>Attend all 14 days.</a:t>
            </a:r>
          </a:p>
          <a:p>
            <a:r>
              <a:rPr lang="en-IN" dirty="0"/>
              <a:t>Complete the daily reflection every night.</a:t>
            </a:r>
          </a:p>
          <a:p>
            <a:r>
              <a:rPr lang="en-IN" dirty="0"/>
              <a:t>If you feel no shift in your awareness, self-trust, or 1 % Better on any habits - I will return every rupee.</a:t>
            </a:r>
          </a:p>
          <a:p>
            <a:r>
              <a:rPr lang="en-IN" i="1" dirty="0"/>
              <a:t>No questions asked.</a:t>
            </a:r>
          </a:p>
          <a:p>
            <a:r>
              <a:rPr lang="en-IN" b="1" dirty="0"/>
              <a:t>I am that confident in what</a:t>
            </a:r>
            <a:br>
              <a:rPr lang="en-IN" b="1" dirty="0"/>
            </a:br>
            <a:r>
              <a:rPr lang="en-IN" b="1" dirty="0"/>
              <a:t>these 14 days will do for you.</a:t>
            </a:r>
            <a:endParaRPr lang="en-IN" dirty="0"/>
          </a:p>
          <a:p>
            <a:r>
              <a:rPr lang="en-IN" i="1" dirty="0"/>
              <a:t>Refund applies</a:t>
            </a:r>
            <a:br>
              <a:rPr lang="en-IN" i="1" dirty="0"/>
            </a:br>
            <a:r>
              <a:rPr lang="en-IN" i="1" dirty="0"/>
              <a:t>to participants who attend all 14 sessions and complete all 14 day</a:t>
            </a:r>
            <a:br>
              <a:rPr lang="en-IN" i="1" dirty="0"/>
            </a:br>
            <a:r>
              <a:rPr lang="en-IN" i="1" dirty="0"/>
              <a:t>reflections.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7220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9E3AC-345C-6E12-F5B1-E5284F6D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FREQUENTLY ASKED QUESTIONS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275AF-A3D2-8F82-AB11-3CB63EC1F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183"/>
            <a:ext cx="10515600" cy="4868473"/>
          </a:xfrm>
        </p:spPr>
        <p:txBody>
          <a:bodyPr>
            <a:normAutofit fontScale="25000" lnSpcReduction="20000"/>
          </a:bodyPr>
          <a:lstStyle/>
          <a:p>
            <a:r>
              <a:rPr lang="en-IN" b="1" dirty="0"/>
              <a:t>1. What is 1% Better Every Day?</a:t>
            </a:r>
          </a:p>
          <a:p>
            <a:r>
              <a:rPr lang="en-IN" dirty="0"/>
              <a:t>A </a:t>
            </a:r>
            <a:r>
              <a:rPr lang="en-IN" b="1" dirty="0"/>
              <a:t>14-day live psychological growth journey</a:t>
            </a:r>
            <a:r>
              <a:rPr lang="en-IN" dirty="0"/>
              <a:t> designed to help you understand your patterns, build self-trust and take small steps towards meaningful change.</a:t>
            </a:r>
          </a:p>
          <a:p>
            <a:r>
              <a:rPr lang="en-IN" b="1" dirty="0"/>
              <a:t>2. What time are the sessions?</a:t>
            </a:r>
          </a:p>
          <a:p>
            <a:r>
              <a:rPr lang="en-IN" dirty="0"/>
              <a:t>⏰ </a:t>
            </a:r>
            <a:r>
              <a:rPr lang="en-IN" b="1" dirty="0"/>
              <a:t>5:30 AM</a:t>
            </a:r>
            <a:endParaRPr lang="en-IN" dirty="0"/>
          </a:p>
          <a:p>
            <a:r>
              <a:rPr lang="en-IN" dirty="0"/>
              <a:t>Each live session is designed to be around </a:t>
            </a:r>
            <a:r>
              <a:rPr lang="en-IN" b="1" dirty="0"/>
              <a:t>45 minutes</a:t>
            </a:r>
            <a:r>
              <a:rPr lang="en-IN" dirty="0"/>
              <a:t>.</a:t>
            </a:r>
          </a:p>
          <a:p>
            <a:br>
              <a:rPr lang="en-IN" dirty="0"/>
            </a:br>
            <a:r>
              <a:rPr lang="en-IN" b="1" dirty="0"/>
              <a:t>3. Do I need to attend all 14 days?</a:t>
            </a:r>
          </a:p>
          <a:p>
            <a:r>
              <a:rPr lang="en-IN" dirty="0"/>
              <a:t>We strongly encourage you to attend all 14 days to experience the complete journey.</a:t>
            </a:r>
          </a:p>
          <a:p>
            <a:r>
              <a:rPr lang="en-IN" dirty="0"/>
              <a:t>But remember:</a:t>
            </a:r>
          </a:p>
          <a:p>
            <a:r>
              <a:rPr lang="en-IN" b="1" dirty="0"/>
              <a:t>Progress, not perfection.</a:t>
            </a:r>
            <a:endParaRPr lang="en-IN" dirty="0"/>
          </a:p>
          <a:p>
            <a:r>
              <a:rPr lang="en-IN" dirty="0"/>
              <a:t>If you miss a session, don't give up on the journey.</a:t>
            </a:r>
          </a:p>
          <a:p>
            <a:r>
              <a:rPr lang="en-IN" b="1" dirty="0"/>
              <a:t>4. What language will the sessions be in?</a:t>
            </a:r>
          </a:p>
          <a:p>
            <a:r>
              <a:rPr lang="en-IN" dirty="0"/>
              <a:t>The sessions will be conducted in a </a:t>
            </a:r>
            <a:r>
              <a:rPr lang="en-IN" b="1" dirty="0"/>
              <a:t>simple mix of Tamil and English</a:t>
            </a:r>
            <a:r>
              <a:rPr lang="en-IN" dirty="0"/>
              <a:t>, making psychological concepts easy to understand and relate to.</a:t>
            </a:r>
          </a:p>
          <a:p>
            <a:br>
              <a:rPr lang="en-IN" dirty="0"/>
            </a:br>
            <a:r>
              <a:rPr lang="en-IN" b="1" dirty="0"/>
              <a:t>5. Is this therapy?</a:t>
            </a:r>
          </a:p>
          <a:p>
            <a:r>
              <a:rPr lang="en-IN" dirty="0"/>
              <a:t>No. This is a </a:t>
            </a:r>
            <a:r>
              <a:rPr lang="en-IN" b="1" dirty="0"/>
              <a:t>psychological learning and personal growth program</a:t>
            </a:r>
            <a:r>
              <a:rPr lang="en-IN" dirty="0"/>
              <a:t>, not individual therapy or clinical treatment.</a:t>
            </a:r>
          </a:p>
          <a:p>
            <a:br>
              <a:rPr lang="en-IN" dirty="0"/>
            </a:br>
            <a:r>
              <a:rPr lang="en-IN" b="1" dirty="0"/>
              <a:t>6. Do I have to speak or share personally?</a:t>
            </a:r>
          </a:p>
          <a:p>
            <a:r>
              <a:rPr lang="en-IN" dirty="0"/>
              <a:t>No. You can participate at your comfort level.</a:t>
            </a:r>
          </a:p>
          <a:p>
            <a:r>
              <a:rPr lang="en-IN" dirty="0"/>
              <a:t>There may be opportunities to reflect and interact, but </a:t>
            </a:r>
            <a:r>
              <a:rPr lang="en-IN" b="1" dirty="0"/>
              <a:t>you are not forced to share personal experiences</a:t>
            </a:r>
            <a:r>
              <a:rPr lang="en-IN" dirty="0"/>
              <a:t>.</a:t>
            </a:r>
          </a:p>
          <a:p>
            <a:r>
              <a:rPr lang="en-IN" b="1" dirty="0"/>
              <a:t>7. Who can join?</a:t>
            </a:r>
          </a:p>
          <a:p>
            <a:r>
              <a:rPr lang="en-IN" dirty="0"/>
              <a:t>Entrepreneurs, professionals, freelancers—and </a:t>
            </a:r>
            <a:r>
              <a:rPr lang="en-IN" b="1" dirty="0"/>
              <a:t>anyone genuinely interested in working on themselves and growing</a:t>
            </a:r>
            <a:r>
              <a:rPr lang="en-IN" dirty="0"/>
              <a:t>.</a:t>
            </a:r>
          </a:p>
          <a:p>
            <a:r>
              <a:rPr lang="en-IN" b="1" dirty="0"/>
              <a:t>8. What if I complete everything but feel no value?</a:t>
            </a:r>
          </a:p>
          <a:p>
            <a:r>
              <a:rPr lang="en-IN" dirty="0"/>
              <a:t>That is where </a:t>
            </a:r>
            <a:r>
              <a:rPr lang="en-IN" b="1" dirty="0"/>
              <a:t>My Promise to You</a:t>
            </a:r>
            <a:r>
              <a:rPr lang="en-IN" dirty="0"/>
              <a:t> applies.</a:t>
            </a:r>
          </a:p>
          <a:p>
            <a:r>
              <a:rPr lang="en-IN" dirty="0"/>
              <a:t>Attend all 14 sessions and complete all 14 daily reflections. If you genuinely feel no shift in your awareness, self-trust or consistency, </a:t>
            </a:r>
            <a:r>
              <a:rPr lang="en-IN" b="1" dirty="0"/>
              <a:t>your payment will be refunded according to the stated promise.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128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617B-D36A-2B11-ECF7-AD9E32730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Every Transformation Starts With 1%.</a:t>
            </a:r>
            <a:br>
              <a:rPr lang="en-IN" b="1" dirty="0"/>
            </a:br>
            <a:r>
              <a:rPr lang="en-IN" b="1" dirty="0"/>
              <a:t>Are You Ready to Become 1% Better Every Day?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898E5-0433-499A-4FFE-347E552AD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b="1" dirty="0"/>
              <a:t>You Don't Have to Change Everything Today.</a:t>
            </a:r>
          </a:p>
          <a:p>
            <a:r>
              <a:rPr lang="en-IN" b="1" dirty="0"/>
              <a:t>Just Give Yourself 14 Days.</a:t>
            </a:r>
          </a:p>
          <a:p>
            <a:r>
              <a:rPr lang="en-IN" dirty="0"/>
              <a:t>For the next 14 days:</a:t>
            </a:r>
          </a:p>
          <a:p>
            <a:r>
              <a:rPr lang="en-IN" dirty="0"/>
              <a:t>🌱 Pause for yourself.</a:t>
            </a:r>
            <a:br>
              <a:rPr lang="en-IN" dirty="0"/>
            </a:br>
            <a:r>
              <a:rPr lang="en-IN" dirty="0"/>
              <a:t>🧠 Understand yourself better.</a:t>
            </a:r>
            <a:br>
              <a:rPr lang="en-IN" dirty="0"/>
            </a:br>
            <a:r>
              <a:rPr lang="en-IN" dirty="0"/>
              <a:t>🪞 Reflect honestly.</a:t>
            </a:r>
            <a:br>
              <a:rPr lang="en-IN" dirty="0"/>
            </a:br>
            <a:r>
              <a:rPr lang="en-IN" dirty="0"/>
              <a:t>🎯 Take one small step.</a:t>
            </a:r>
            <a:br>
              <a:rPr lang="en-IN" dirty="0"/>
            </a:br>
            <a:r>
              <a:rPr lang="en-IN" dirty="0"/>
              <a:t>🔁 Keep returning.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Every Transformation Starts With 1%.</a:t>
            </a:r>
          </a:p>
          <a:p>
            <a:r>
              <a:rPr lang="en-IN" b="1" dirty="0"/>
              <a:t>Are You Ready to Become 1% Better Every Day?</a:t>
            </a:r>
          </a:p>
          <a:p>
            <a:r>
              <a:rPr lang="en-IN" b="1" dirty="0"/>
              <a:t>14 Days. 45 Minutes a Day. One Journey Towards Yourself.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💰 Join the Journey — ₹699</a:t>
            </a:r>
          </a:p>
          <a:p>
            <a:r>
              <a:rPr lang="en-IN" b="1" dirty="0"/>
              <a:t>🎁 Including All 3 Bonuses</a:t>
            </a:r>
          </a:p>
          <a:p>
            <a:r>
              <a:rPr lang="en-IN" dirty="0"/>
              <a:t>📘 14-Day Reflection Workbook</a:t>
            </a:r>
            <a:br>
              <a:rPr lang="en-IN" dirty="0"/>
            </a:br>
            <a:r>
              <a:rPr lang="en-IN" dirty="0"/>
              <a:t>🪞 Self-Trust Assessment</a:t>
            </a:r>
            <a:br>
              <a:rPr lang="en-IN" dirty="0"/>
            </a:br>
            <a:r>
              <a:rPr lang="en-IN" dirty="0"/>
              <a:t>🌱 30-Day Continuation Tracker</a:t>
            </a:r>
          </a:p>
          <a:p>
            <a:r>
              <a:rPr lang="en-IN" b="1" dirty="0"/>
              <a:t>Total Bonus Value: ₹1,097 — Included Free</a:t>
            </a:r>
            <a:endParaRPr lang="en-IN" dirty="0"/>
          </a:p>
          <a:p>
            <a:br>
              <a:rPr lang="en-IN" dirty="0"/>
            </a:br>
            <a:endParaRPr lang="en-IN" dirty="0"/>
          </a:p>
          <a:p>
            <a:r>
              <a:rPr lang="en-IN" b="1" dirty="0" err="1"/>
              <a:t>பரவால</a:t>
            </a:r>
            <a:r>
              <a:rPr lang="en-IN" b="1" dirty="0"/>
              <a:t> </a:t>
            </a:r>
            <a:r>
              <a:rPr lang="en-IN" b="1" dirty="0" err="1"/>
              <a:t>பார்த்துக்கலாம்</a:t>
            </a:r>
            <a:r>
              <a:rPr lang="en-IN" b="1" dirty="0"/>
              <a:t>… </a:t>
            </a:r>
            <a:r>
              <a:rPr lang="en-IN" b="1" dirty="0" err="1"/>
              <a:t>ஆரம்பிக்கலாம்</a:t>
            </a:r>
            <a:r>
              <a:rPr lang="en-IN" b="1" dirty="0"/>
              <a:t>. 🌱</a:t>
            </a:r>
          </a:p>
          <a:p>
            <a:r>
              <a:rPr lang="en-IN" b="1" dirty="0"/>
              <a:t>[ YES, I WANT TO GIVE MYSELF 14 DAYS → ]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Small line below CTA:</a:t>
            </a:r>
          </a:p>
          <a:p>
            <a:r>
              <a:rPr lang="en-IN" b="1" dirty="0"/>
              <a:t>📅 Limited registrations for the upcoming batch</a:t>
            </a:r>
            <a:br>
              <a:rPr lang="en-IN" dirty="0"/>
            </a:br>
            <a:r>
              <a:rPr lang="en-IN" b="1" dirty="0"/>
              <a:t>💻 Live on Zoom | ⏰ 5:30 AM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A13484-EF8B-2549-B21C-86923F1B1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75" b="28805"/>
          <a:stretch>
            <a:fillRect/>
          </a:stretch>
        </p:blipFill>
        <p:spPr>
          <a:xfrm>
            <a:off x="9169879" y="3429000"/>
            <a:ext cx="2183921" cy="11557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E32B97-1A3D-DE02-D02A-9ADD18BD95B6}"/>
              </a:ext>
            </a:extLst>
          </p:cNvPr>
          <p:cNvSpPr txBox="1"/>
          <p:nvPr/>
        </p:nvSpPr>
        <p:spPr>
          <a:xfrm>
            <a:off x="9049110" y="2782669"/>
            <a:ext cx="2475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 </a:t>
            </a:r>
            <a:r>
              <a:rPr lang="en-IN" b="1" dirty="0" err="1"/>
              <a:t>KnowMind</a:t>
            </a:r>
            <a:r>
              <a:rPr lang="en-IN" b="1" dirty="0"/>
              <a:t> Universe Initiative</a:t>
            </a:r>
          </a:p>
        </p:txBody>
      </p:sp>
    </p:spTree>
    <p:extLst>
      <p:ext uri="{BB962C8B-B14F-4D97-AF65-F5344CB8AC3E}">
        <p14:creationId xmlns:p14="http://schemas.microsoft.com/office/powerpoint/2010/main" val="2228520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A0A9E-E197-6C90-1407-F731F4780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39" y="365125"/>
            <a:ext cx="10620756" cy="1325563"/>
          </a:xfrm>
        </p:spPr>
        <p:txBody>
          <a:bodyPr/>
          <a:lstStyle/>
          <a:p>
            <a:r>
              <a:rPr lang="en-IN" dirty="0"/>
              <a:t>Real time impacts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930F05-951C-047D-EB01-AF56EE838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87" y="1690688"/>
            <a:ext cx="3481070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850324-93BE-6EB9-5493-E5756D149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01108" y="2239410"/>
            <a:ext cx="4389783" cy="329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FC7B2A-72C7-7EFF-0844-1FA5B78A6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6" r="26752"/>
          <a:stretch>
            <a:fillRect/>
          </a:stretch>
        </p:blipFill>
        <p:spPr>
          <a:xfrm>
            <a:off x="8170022" y="1690687"/>
            <a:ext cx="3467652" cy="43897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789A8A-4F74-D7EC-AD88-3EDD37A13BA8}"/>
              </a:ext>
            </a:extLst>
          </p:cNvPr>
          <p:cNvSpPr txBox="1"/>
          <p:nvPr/>
        </p:nvSpPr>
        <p:spPr>
          <a:xfrm>
            <a:off x="767751" y="6080470"/>
            <a:ext cx="3174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TN police well-being trainer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AB2F21-3CEA-B4C0-ED88-D61D7A5E37E7}"/>
              </a:ext>
            </a:extLst>
          </p:cNvPr>
          <p:cNvSpPr txBox="1"/>
          <p:nvPr/>
        </p:nvSpPr>
        <p:spPr>
          <a:xfrm>
            <a:off x="4318357" y="6099651"/>
            <a:ext cx="3174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Authoring Book – ZERO MIND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19E0F8-A323-CBFC-6F84-7E912F7C2E16}"/>
              </a:ext>
            </a:extLst>
          </p:cNvPr>
          <p:cNvSpPr txBox="1"/>
          <p:nvPr/>
        </p:nvSpPr>
        <p:spPr>
          <a:xfrm>
            <a:off x="8126892" y="6067904"/>
            <a:ext cx="3174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Keynote Speeches</a:t>
            </a:r>
          </a:p>
        </p:txBody>
      </p:sp>
    </p:spTree>
    <p:extLst>
      <p:ext uri="{BB962C8B-B14F-4D97-AF65-F5344CB8AC3E}">
        <p14:creationId xmlns:p14="http://schemas.microsoft.com/office/powerpoint/2010/main" val="2476380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2471</Words>
  <Application>Microsoft Office PowerPoint</Application>
  <PresentationFormat>Widescreen</PresentationFormat>
  <Paragraphs>264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Instrument Sans</vt:lpstr>
      <vt:lpstr>Office Theme</vt:lpstr>
      <vt:lpstr>Hero Page</vt:lpstr>
      <vt:lpstr>VSL 🎥 "Oru Chinna Kelvi Ungalukku..."</vt:lpstr>
      <vt:lpstr>Does This Sound Like You?</vt:lpstr>
      <vt:lpstr>WHAT IS 1% BETTER EVERY DAY?</vt:lpstr>
      <vt:lpstr>YOUR 14-DAY GROWTH JOURNEY 14 Days. 14 Powerful Conversations with Yourself. This is not about learning more. It's about pausing, reflecting, and practicing. </vt:lpstr>
      <vt:lpstr>MEET the Psychologist &amp; Trainer</vt:lpstr>
      <vt:lpstr>Media Featureds</vt:lpstr>
      <vt:lpstr>Trusted by Professionals &amp; Organisations</vt:lpstr>
      <vt:lpstr>What Participants Say About the Journey The best way to understand a journey is to hear from the people who experienced it. </vt:lpstr>
      <vt:lpstr>HOW DOES THE 14-DAY JOURNEY WORK?</vt:lpstr>
      <vt:lpstr>WHAT WILL YOU EXPLORE IN 14 DAYS?</vt:lpstr>
      <vt:lpstr>WHO SHOULD JOIN?</vt:lpstr>
      <vt:lpstr>🎁 BONUS OFFER</vt:lpstr>
      <vt:lpstr>Why live?</vt:lpstr>
      <vt:lpstr>PowerPoint Presentation</vt:lpstr>
      <vt:lpstr>FREQUENTLY ASKED QUESTIONS</vt:lpstr>
      <vt:lpstr>Every Transformation Starts With 1%. Are You Ready to Become 1% Better Every Day?</vt:lpstr>
      <vt:lpstr>Real time impacts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Kaleeswaran K</dc:creator>
  <cp:lastModifiedBy>Kaleeswaran K</cp:lastModifiedBy>
  <cp:revision>6</cp:revision>
  <dcterms:created xsi:type="dcterms:W3CDTF">2026-08-31T20:48:29Z</dcterms:created>
  <dcterms:modified xsi:type="dcterms:W3CDTF">2026-09-01T08:20:33Z</dcterms:modified>
</cp:coreProperties>
</file>